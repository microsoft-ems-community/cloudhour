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8" r:id="rId12"/>
    <p:sldId id="279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5A9831-D977-B048-9352-2C952BD1EEF7}" v="5" dt="2026-10-31T13:46:40.136"/>
    <p1510:client id="{921FDD87-14A6-4E1A-A8BE-61D5CA025B90}" v="2" dt="2026-10-31T13:59:29.075"/>
    <p1510:client id="{E419603C-74A7-4ABC-82A5-2F71D8B73B53}" v="4" dt="2026-10-31T13:35:45.5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E419603C-74A7-4ABC-82A5-2F71D8B73B53}"/>
    <pc:docChg chg="modSld">
      <pc:chgData name="" userId="" providerId="" clId="Web-{E419603C-74A7-4ABC-82A5-2F71D8B73B53}" dt="2026-10-31T13:35:45.568" v="6" actId="34807"/>
      <pc:docMkLst>
        <pc:docMk/>
      </pc:docMkLst>
      <pc:sldChg chg="modNotesTx">
        <pc:chgData name="" userId="" providerId="" clId="Web-{E419603C-74A7-4ABC-82A5-2F71D8B73B53}" dt="2026-10-31T13:32:41.966" v="2" actId="34807"/>
        <pc:sldMkLst>
          <pc:docMk/>
          <pc:sldMk cId="0" sldId="256"/>
        </pc:sldMkLst>
      </pc:sldChg>
      <pc:sldChg chg="modSp modNotesTx">
        <pc:chgData name="" userId="" providerId="" clId="Web-{E419603C-74A7-4ABC-82A5-2F71D8B73B53}" dt="2026-10-31T13:33:37.405" v="5" actId="34807"/>
        <pc:sldMkLst>
          <pc:docMk/>
          <pc:sldMk cId="0" sldId="257"/>
        </pc:sldMkLst>
        <pc:spChg chg="mod">
          <ac:chgData name="" userId="" providerId="" clId="Web-{E419603C-74A7-4ABC-82A5-2F71D8B73B53}" dt="2026-10-31T13:32:41.966" v="2" actId="3480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" userId="" providerId="" clId="Web-{E419603C-74A7-4ABC-82A5-2F71D8B73B53}" dt="2026-10-31T13:33:37.405" v="5" actId="34807"/>
          <ac:spMkLst>
            <pc:docMk/>
            <pc:sldMk cId="0" sldId="257"/>
            <ac:spMk id="17" creationId="{00000000-0000-0000-0000-000000000000}"/>
          </ac:spMkLst>
        </pc:spChg>
        <pc:picChg chg="mod">
          <ac:chgData name="" userId="" providerId="" clId="Web-{E419603C-74A7-4ABC-82A5-2F71D8B73B53}" dt="2026-10-31T13:31:07.776" v="1" actId="34807"/>
          <ac:picMkLst>
            <pc:docMk/>
            <pc:sldMk cId="0" sldId="257"/>
            <ac:picMk id="2" creationId="{00000000-0000-0000-0000-000000000000}"/>
          </ac:picMkLst>
        </pc:picChg>
      </pc:sldChg>
      <pc:sldChg chg="addSp modSp modNotesTx">
        <pc:chgData name="" userId="" providerId="" clId="Web-{E419603C-74A7-4ABC-82A5-2F71D8B73B53}" dt="2026-10-31T13:33:37.405" v="5" actId="34807"/>
        <pc:sldMkLst>
          <pc:docMk/>
          <pc:sldMk cId="0" sldId="260"/>
        </pc:sldMkLst>
        <pc:spChg chg="mod">
          <ac:chgData name="" userId="" providerId="" clId="Web-{E419603C-74A7-4ABC-82A5-2F71D8B73B53}" dt="2026-10-31T13:33:06.592" v="4" actId="34807"/>
          <ac:spMkLst>
            <pc:docMk/>
            <pc:sldMk cId="0" sldId="260"/>
            <ac:spMk id="8" creationId="{00000000-0000-0000-0000-000000000000}"/>
          </ac:spMkLst>
        </pc:spChg>
        <pc:spChg chg="mod">
          <ac:chgData name="" userId="" providerId="" clId="Web-{E419603C-74A7-4ABC-82A5-2F71D8B73B53}" dt="2026-10-31T13:33:06.592" v="4" actId="34807"/>
          <ac:spMkLst>
            <pc:docMk/>
            <pc:sldMk cId="0" sldId="260"/>
            <ac:spMk id="9" creationId="{00000000-0000-0000-0000-000000000000}"/>
          </ac:spMkLst>
        </pc:spChg>
        <pc:spChg chg="mod">
          <ac:chgData name="" userId="" providerId="" clId="Web-{E419603C-74A7-4ABC-82A5-2F71D8B73B53}" dt="2026-10-31T13:33:06.592" v="4" actId="3480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" userId="" providerId="" clId="Web-{E419603C-74A7-4ABC-82A5-2F71D8B73B53}" dt="2026-10-31T13:33:06.592" v="4" actId="3480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" userId="" providerId="" clId="Web-{E419603C-74A7-4ABC-82A5-2F71D8B73B53}" dt="2026-10-31T13:33:06.592" v="4" actId="3480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" userId="" providerId="" clId="Web-{E419603C-74A7-4ABC-82A5-2F71D8B73B53}" dt="2026-10-31T13:33:06.592" v="4" actId="3480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" userId="" providerId="" clId="Web-{E419603C-74A7-4ABC-82A5-2F71D8B73B53}" dt="2026-10-31T13:33:06.592" v="4" actId="34807"/>
          <ac:spMkLst>
            <pc:docMk/>
            <pc:sldMk cId="0" sldId="260"/>
            <ac:spMk id="24" creationId="{00000000-0000-0000-0000-000000000000}"/>
          </ac:spMkLst>
        </pc:spChg>
        <pc:spChg chg="mod">
          <ac:chgData name="" userId="" providerId="" clId="Web-{E419603C-74A7-4ABC-82A5-2F71D8B73B53}" dt="2026-10-31T13:33:06.592" v="4" actId="34807"/>
          <ac:spMkLst>
            <pc:docMk/>
            <pc:sldMk cId="0" sldId="260"/>
            <ac:spMk id="29" creationId="{00000000-0000-0000-0000-000000000000}"/>
          </ac:spMkLst>
        </pc:spChg>
        <pc:spChg chg="mod">
          <ac:chgData name="" userId="" providerId="" clId="Web-{E419603C-74A7-4ABC-82A5-2F71D8B73B53}" dt="2026-10-31T13:33:37.405" v="5" actId="34807"/>
          <ac:spMkLst>
            <pc:docMk/>
            <pc:sldMk cId="0" sldId="260"/>
            <ac:spMk id="33" creationId="{189FE749-E2F3-8F4B-796E-63ED884C8A98}"/>
          </ac:spMkLst>
        </pc:spChg>
        <pc:spChg chg="mod">
          <ac:chgData name="" userId="" providerId="" clId="Web-{E419603C-74A7-4ABC-82A5-2F71D8B73B53}" dt="2026-10-31T13:33:06.592" v="4" actId="34807"/>
          <ac:spMkLst>
            <pc:docMk/>
            <pc:sldMk cId="0" sldId="260"/>
            <ac:spMk id="50" creationId="{3DA9CDC2-12EE-D030-481E-C35F3C259E26}"/>
          </ac:spMkLst>
        </pc:spChg>
        <pc:spChg chg="mod">
          <ac:chgData name="" userId="" providerId="" clId="Web-{E419603C-74A7-4ABC-82A5-2F71D8B73B53}" dt="2026-10-31T13:33:06.592" v="4" actId="34807"/>
          <ac:spMkLst>
            <pc:docMk/>
            <pc:sldMk cId="0" sldId="260"/>
            <ac:spMk id="52" creationId="{9409B3F3-E3C9-CDCF-E54A-399CC481065B}"/>
          </ac:spMkLst>
        </pc:spChg>
        <pc:picChg chg="mod">
          <ac:chgData name="" userId="" providerId="" clId="Web-{E419603C-74A7-4ABC-82A5-2F71D8B73B53}" dt="2026-10-31T13:31:07.776" v="1" actId="34807"/>
          <ac:picMkLst>
            <pc:docMk/>
            <pc:sldMk cId="0" sldId="260"/>
            <ac:picMk id="2" creationId="{00000000-0000-0000-0000-000000000000}"/>
          </ac:picMkLst>
        </pc:picChg>
      </pc:sldChg>
      <pc:sldChg chg="addSp delSp modSp">
        <pc:chgData name="" userId="" providerId="" clId="Web-{E419603C-74A7-4ABC-82A5-2F71D8B73B53}" dt="2026-10-31T13:35:45.568" v="6" actId="34807"/>
        <pc:sldMkLst>
          <pc:docMk/>
          <pc:sldMk cId="0" sldId="261"/>
        </pc:sldMkLst>
        <pc:spChg chg="del mod">
          <ac:chgData name="" userId="" providerId="" clId="Web-{E419603C-74A7-4ABC-82A5-2F71D8B73B53}" dt="2026-10-31T13:33:06.592" v="4" actId="34807"/>
          <ac:spMkLst>
            <pc:docMk/>
            <pc:sldMk cId="0" sldId="261"/>
            <ac:spMk id="21" creationId="{00000000-0000-0000-0000-000000000000}"/>
          </ac:spMkLst>
        </pc:spChg>
        <pc:spChg chg="add mod">
          <ac:chgData name="" userId="" providerId="" clId="Web-{E419603C-74A7-4ABC-82A5-2F71D8B73B53}" dt="2026-10-31T13:35:45.568" v="6" actId="34807"/>
          <ac:spMkLst>
            <pc:docMk/>
            <pc:sldMk cId="0" sldId="261"/>
            <ac:spMk id="53" creationId="{2F29152E-B36E-3615-0874-ECB8B777CC44}"/>
          </ac:spMkLst>
        </pc:spChg>
        <pc:spChg chg="add mod">
          <ac:chgData name="" userId="" providerId="" clId="Web-{E419603C-74A7-4ABC-82A5-2F71D8B73B53}" dt="2026-10-31T13:33:01.966" v="3" actId="34807"/>
          <ac:spMkLst>
            <pc:docMk/>
            <pc:sldMk cId="0" sldId="261"/>
            <ac:spMk id="55" creationId="{33EAF79B-76CE-B12B-17E7-BFA8BBD2D372}"/>
          </ac:spMkLst>
        </pc:spChg>
      </pc:sldChg>
      <pc:sldChg chg="addSp delSp modSp modNotesTx">
        <pc:chgData name="" userId="" providerId="" clId="Web-{E419603C-74A7-4ABC-82A5-2F71D8B73B53}" dt="2026-10-31T13:35:45.568" v="6" actId="34807"/>
        <pc:sldMkLst>
          <pc:docMk/>
          <pc:sldMk cId="0" sldId="262"/>
        </pc:sldMkLst>
        <pc:spChg chg="mod">
          <ac:chgData name="" userId="" providerId="" clId="Web-{E419603C-74A7-4ABC-82A5-2F71D8B73B53}" dt="2026-10-31T13:32:41.966" v="2" actId="3480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2"/>
            <ac:spMk id="17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2"/>
            <ac:spMk id="23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2"/>
            <ac:spMk id="24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2"/>
            <ac:spMk id="31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2"/>
            <ac:spMk id="33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2"/>
            <ac:spMk id="37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2"/>
            <ac:spMk id="44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2"/>
            <ac:spMk id="47" creationId="{00000000-0000-0000-0000-000000000000}"/>
          </ac:spMkLst>
        </pc:spChg>
        <pc:spChg chg="del">
          <ac:chgData name="" userId="" providerId="" clId="Web-{E419603C-74A7-4ABC-82A5-2F71D8B73B53}" dt="2026-10-31T13:33:06.592" v="4" actId="34807"/>
          <ac:spMkLst>
            <pc:docMk/>
            <pc:sldMk cId="0" sldId="262"/>
            <ac:spMk id="50" creationId="{00000000-0000-0000-0000-000000000000}"/>
          </ac:spMkLst>
        </pc:spChg>
        <pc:spChg chg="add mod">
          <ac:chgData name="" userId="" providerId="" clId="Web-{E419603C-74A7-4ABC-82A5-2F71D8B73B53}" dt="2026-10-31T13:35:45.568" v="6" actId="34807"/>
          <ac:spMkLst>
            <pc:docMk/>
            <pc:sldMk cId="0" sldId="262"/>
            <ac:spMk id="58" creationId="{9A3B4519-99BE-8D5E-371D-4CA4603D2532}"/>
          </ac:spMkLst>
        </pc:spChg>
        <pc:spChg chg="add mod">
          <ac:chgData name="" userId="" providerId="" clId="Web-{E419603C-74A7-4ABC-82A5-2F71D8B73B53}" dt="2026-10-31T13:33:01.966" v="3" actId="34807"/>
          <ac:spMkLst>
            <pc:docMk/>
            <pc:sldMk cId="0" sldId="262"/>
            <ac:spMk id="62" creationId="{32FD66D7-45EA-DFD7-2551-D9366A73C399}"/>
          </ac:spMkLst>
        </pc:spChg>
      </pc:sldChg>
      <pc:sldChg chg="addSp delSp modSp modNotesTx">
        <pc:chgData name="" userId="" providerId="" clId="Web-{E419603C-74A7-4ABC-82A5-2F71D8B73B53}" dt="2026-10-31T13:35:45.568" v="6" actId="34807"/>
        <pc:sldMkLst>
          <pc:docMk/>
          <pc:sldMk cId="0" sldId="263"/>
        </pc:sldMkLst>
        <pc:spChg chg="mod">
          <ac:chgData name="" userId="" providerId="" clId="Web-{E419603C-74A7-4ABC-82A5-2F71D8B73B53}" dt="2026-10-31T13:32:41.966" v="2" actId="3480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3"/>
            <ac:spMk id="22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3"/>
            <ac:spMk id="23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3"/>
            <ac:spMk id="25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3"/>
            <ac:spMk id="34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3"/>
            <ac:spMk id="38" creationId="{00000000-0000-0000-0000-000000000000}"/>
          </ac:spMkLst>
        </pc:spChg>
        <pc:spChg chg="del">
          <ac:chgData name="" userId="" providerId="" clId="Web-{E419603C-74A7-4ABC-82A5-2F71D8B73B53}" dt="2026-10-31T13:33:06.592" v="4" actId="34807"/>
          <ac:spMkLst>
            <pc:docMk/>
            <pc:sldMk cId="0" sldId="263"/>
            <ac:spMk id="42" creationId="{00000000-0000-0000-0000-000000000000}"/>
          </ac:spMkLst>
        </pc:spChg>
        <pc:spChg chg="add mod">
          <ac:chgData name="" userId="" providerId="" clId="Web-{E419603C-74A7-4ABC-82A5-2F71D8B73B53}" dt="2026-10-31T13:35:45.568" v="6" actId="34807"/>
          <ac:spMkLst>
            <pc:docMk/>
            <pc:sldMk cId="0" sldId="263"/>
            <ac:spMk id="67" creationId="{E7A779BA-0209-541A-9574-B0415D4BD723}"/>
          </ac:spMkLst>
        </pc:spChg>
        <pc:spChg chg="add mod">
          <ac:chgData name="" userId="" providerId="" clId="Web-{E419603C-74A7-4ABC-82A5-2F71D8B73B53}" dt="2026-10-31T13:33:01.966" v="3" actId="34807"/>
          <ac:spMkLst>
            <pc:docMk/>
            <pc:sldMk cId="0" sldId="263"/>
            <ac:spMk id="73" creationId="{BD5B6273-148D-1C72-0DCC-CC1F98EB548B}"/>
          </ac:spMkLst>
        </pc:spChg>
      </pc:sldChg>
      <pc:sldChg chg="addSp delSp modSp modNotesTx">
        <pc:chgData name="" userId="" providerId="" clId="Web-{E419603C-74A7-4ABC-82A5-2F71D8B73B53}" dt="2026-10-31T13:35:45.568" v="6" actId="34807"/>
        <pc:sldMkLst>
          <pc:docMk/>
          <pc:sldMk cId="0" sldId="264"/>
        </pc:sldMkLst>
        <pc:spChg chg="mod">
          <ac:chgData name="" userId="" providerId="" clId="Web-{E419603C-74A7-4ABC-82A5-2F71D8B73B53}" dt="2026-10-31T13:32:41.966" v="2" actId="34807"/>
          <ac:spMkLst>
            <pc:docMk/>
            <pc:sldMk cId="0" sldId="264"/>
            <ac:spMk id="5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4"/>
            <ac:spMk id="12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4"/>
            <ac:spMk id="16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4"/>
            <ac:spMk id="17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4"/>
            <ac:spMk id="20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4"/>
            <ac:spMk id="24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4"/>
            <ac:spMk id="25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4"/>
            <ac:spMk id="28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4"/>
            <ac:spMk id="29" creationId="{00000000-0000-0000-0000-000000000000}"/>
          </ac:spMkLst>
        </pc:spChg>
        <pc:spChg chg="del">
          <ac:chgData name="" userId="" providerId="" clId="Web-{E419603C-74A7-4ABC-82A5-2F71D8B73B53}" dt="2026-10-31T13:33:06.592" v="4" actId="34807"/>
          <ac:spMkLst>
            <pc:docMk/>
            <pc:sldMk cId="0" sldId="264"/>
            <ac:spMk id="31" creationId="{00000000-0000-0000-0000-000000000000}"/>
          </ac:spMkLst>
        </pc:spChg>
        <pc:spChg chg="add mod">
          <ac:chgData name="" userId="" providerId="" clId="Web-{E419603C-74A7-4ABC-82A5-2F71D8B73B53}" dt="2026-10-31T13:35:45.568" v="6" actId="34807"/>
          <ac:spMkLst>
            <pc:docMk/>
            <pc:sldMk cId="0" sldId="264"/>
            <ac:spMk id="80" creationId="{62B0D1BD-CDC1-6365-76CD-FEF6B6557662}"/>
          </ac:spMkLst>
        </pc:spChg>
        <pc:spChg chg="add mod">
          <ac:chgData name="" userId="" providerId="" clId="Web-{E419603C-74A7-4ABC-82A5-2F71D8B73B53}" dt="2026-10-31T13:33:01.966" v="3" actId="34807"/>
          <ac:spMkLst>
            <pc:docMk/>
            <pc:sldMk cId="0" sldId="264"/>
            <ac:spMk id="88" creationId="{8F9F0948-1B35-A76B-B4DD-BFA045E73B3D}"/>
          </ac:spMkLst>
        </pc:spChg>
      </pc:sldChg>
      <pc:sldChg chg="addSp delSp modSp">
        <pc:chgData name="" userId="" providerId="" clId="Web-{E419603C-74A7-4ABC-82A5-2F71D8B73B53}" dt="2026-10-31T13:35:45.568" v="6" actId="34807"/>
        <pc:sldMkLst>
          <pc:docMk/>
          <pc:sldMk cId="0" sldId="265"/>
        </pc:sldMkLst>
        <pc:spChg chg="mod">
          <ac:chgData name="" userId="" providerId="" clId="Web-{E419603C-74A7-4ABC-82A5-2F71D8B73B53}" dt="2026-10-31T13:32:41.966" v="2" actId="34807"/>
          <ac:spMkLst>
            <pc:docMk/>
            <pc:sldMk cId="0" sldId="265"/>
            <ac:spMk id="4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5"/>
            <ac:spMk id="8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5"/>
            <ac:spMk id="12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5"/>
            <ac:spMk id="16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5"/>
            <ac:spMk id="20" creationId="{00000000-0000-0000-0000-000000000000}"/>
          </ac:spMkLst>
        </pc:spChg>
        <pc:spChg chg="del">
          <ac:chgData name="" userId="" providerId="" clId="Web-{E419603C-74A7-4ABC-82A5-2F71D8B73B53}" dt="2026-10-31T13:33:06.592" v="4" actId="34807"/>
          <ac:spMkLst>
            <pc:docMk/>
            <pc:sldMk cId="0" sldId="265"/>
            <ac:spMk id="23" creationId="{00000000-0000-0000-0000-000000000000}"/>
          </ac:spMkLst>
        </pc:spChg>
        <pc:spChg chg="add mod">
          <ac:chgData name="" userId="" providerId="" clId="Web-{E419603C-74A7-4ABC-82A5-2F71D8B73B53}" dt="2026-10-31T13:35:45.568" v="6" actId="34807"/>
          <ac:spMkLst>
            <pc:docMk/>
            <pc:sldMk cId="0" sldId="265"/>
            <ac:spMk id="97" creationId="{C37876FF-1E75-FB90-4B67-2D0132143C81}"/>
          </ac:spMkLst>
        </pc:spChg>
        <pc:spChg chg="add mod">
          <ac:chgData name="" userId="" providerId="" clId="Web-{E419603C-74A7-4ABC-82A5-2F71D8B73B53}" dt="2026-10-31T13:33:01.966" v="3" actId="34807"/>
          <ac:spMkLst>
            <pc:docMk/>
            <pc:sldMk cId="0" sldId="265"/>
            <ac:spMk id="107" creationId="{C62350FC-72C6-B19C-F544-4F588A945973}"/>
          </ac:spMkLst>
        </pc:spChg>
      </pc:sldChg>
      <pc:sldChg chg="addSp delSp modSp modNotesTx">
        <pc:chgData name="" userId="" providerId="" clId="Web-{E419603C-74A7-4ABC-82A5-2F71D8B73B53}" dt="2026-10-31T13:35:45.568" v="6" actId="34807"/>
        <pc:sldMkLst>
          <pc:docMk/>
          <pc:sldMk cId="0" sldId="266"/>
        </pc:sldMkLst>
        <pc:spChg chg="mod">
          <ac:chgData name="" userId="" providerId="" clId="Web-{E419603C-74A7-4ABC-82A5-2F71D8B73B53}" dt="2026-10-31T13:32:41.966" v="2" actId="34807"/>
          <ac:spMkLst>
            <pc:docMk/>
            <pc:sldMk cId="0" sldId="266"/>
            <ac:spMk id="3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6"/>
            <ac:spMk id="5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6"/>
            <ac:spMk id="9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6"/>
            <ac:spMk id="13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6"/>
            <ac:spMk id="16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6"/>
            <ac:spMk id="17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6"/>
            <ac:spMk id="20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6"/>
            <ac:spMk id="21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6"/>
            <ac:spMk id="24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6"/>
            <ac:spMk id="25" creationId="{00000000-0000-0000-0000-000000000000}"/>
          </ac:spMkLst>
        </pc:spChg>
        <pc:spChg chg="del">
          <ac:chgData name="" userId="" providerId="" clId="Web-{E419603C-74A7-4ABC-82A5-2F71D8B73B53}" dt="2026-10-31T13:33:06.592" v="4" actId="34807"/>
          <ac:spMkLst>
            <pc:docMk/>
            <pc:sldMk cId="0" sldId="266"/>
            <ac:spMk id="31" creationId="{00000000-0000-0000-0000-000000000000}"/>
          </ac:spMkLst>
        </pc:spChg>
        <pc:spChg chg="add mod">
          <ac:chgData name="" userId="" providerId="" clId="Web-{E419603C-74A7-4ABC-82A5-2F71D8B73B53}" dt="2026-10-31T13:35:45.568" v="6" actId="34807"/>
          <ac:spMkLst>
            <pc:docMk/>
            <pc:sldMk cId="0" sldId="266"/>
            <ac:spMk id="205" creationId="{E7F49AAA-63C3-7377-6776-B0BF056D6152}"/>
          </ac:spMkLst>
        </pc:spChg>
        <pc:spChg chg="add mod">
          <ac:chgData name="" userId="" providerId="" clId="Web-{E419603C-74A7-4ABC-82A5-2F71D8B73B53}" dt="2026-10-31T13:33:01.966" v="3" actId="34807"/>
          <ac:spMkLst>
            <pc:docMk/>
            <pc:sldMk cId="0" sldId="266"/>
            <ac:spMk id="223" creationId="{76943E2E-D042-AB79-AF62-9F6C741BCFAF}"/>
          </ac:spMkLst>
        </pc:spChg>
      </pc:sldChg>
      <pc:sldChg chg="addSp delSp modSp">
        <pc:chgData name="" userId="" providerId="" clId="Web-{E419603C-74A7-4ABC-82A5-2F71D8B73B53}" dt="2026-10-31T13:35:45.568" v="6" actId="34807"/>
        <pc:sldMkLst>
          <pc:docMk/>
          <pc:sldMk cId="0" sldId="267"/>
        </pc:sldMkLst>
        <pc:spChg chg="mod">
          <ac:chgData name="" userId="" providerId="" clId="Web-{E419603C-74A7-4ABC-82A5-2F71D8B73B53}" dt="2026-10-31T13:32:41.966" v="2" actId="34807"/>
          <ac:spMkLst>
            <pc:docMk/>
            <pc:sldMk cId="0" sldId="267"/>
            <ac:spMk id="4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7"/>
            <ac:spMk id="8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7"/>
            <ac:spMk id="12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7"/>
            <ac:spMk id="16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7"/>
            <ac:spMk id="20" creationId="{00000000-0000-0000-0000-000000000000}"/>
          </ac:spMkLst>
        </pc:spChg>
        <pc:spChg chg="del">
          <ac:chgData name="" userId="" providerId="" clId="Web-{E419603C-74A7-4ABC-82A5-2F71D8B73B53}" dt="2026-10-31T13:33:06.592" v="4" actId="34807"/>
          <ac:spMkLst>
            <pc:docMk/>
            <pc:sldMk cId="0" sldId="267"/>
            <ac:spMk id="23" creationId="{00000000-0000-0000-0000-000000000000}"/>
          </ac:spMkLst>
        </pc:spChg>
        <pc:spChg chg="add mod">
          <ac:chgData name="" userId="" providerId="" clId="Web-{E419603C-74A7-4ABC-82A5-2F71D8B73B53}" dt="2026-10-31T13:35:45.568" v="6" actId="34807"/>
          <ac:spMkLst>
            <pc:docMk/>
            <pc:sldMk cId="0" sldId="267"/>
            <ac:spMk id="242" creationId="{7CF09759-F667-6CAA-BA06-ED99016F740C}"/>
          </ac:spMkLst>
        </pc:spChg>
        <pc:spChg chg="add mod">
          <ac:chgData name="" userId="" providerId="" clId="Web-{E419603C-74A7-4ABC-82A5-2F71D8B73B53}" dt="2026-10-31T13:33:01.966" v="3" actId="34807"/>
          <ac:spMkLst>
            <pc:docMk/>
            <pc:sldMk cId="0" sldId="267"/>
            <ac:spMk id="262" creationId="{4F3C456C-0963-1B45-4212-2D5BC644988A}"/>
          </ac:spMkLst>
        </pc:spChg>
      </pc:sldChg>
      <pc:sldChg chg="addSp delSp modSp modNotesTx">
        <pc:chgData name="" userId="" providerId="" clId="Web-{E419603C-74A7-4ABC-82A5-2F71D8B73B53}" dt="2026-10-31T13:35:45.568" v="6" actId="34807"/>
        <pc:sldMkLst>
          <pc:docMk/>
          <pc:sldMk cId="0" sldId="268"/>
        </pc:sldMkLst>
        <pc:spChg chg="mod">
          <ac:chgData name="" userId="" providerId="" clId="Web-{E419603C-74A7-4ABC-82A5-2F71D8B73B53}" dt="2026-10-31T13:32:41.966" v="2" actId="34807"/>
          <ac:spMkLst>
            <pc:docMk/>
            <pc:sldMk cId="0" sldId="268"/>
            <ac:spMk id="3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8"/>
            <ac:spMk id="5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8"/>
            <ac:spMk id="9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8"/>
            <ac:spMk id="12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8"/>
            <ac:spMk id="13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8"/>
            <ac:spMk id="20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8"/>
            <ac:spMk id="21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8"/>
            <ac:spMk id="24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8"/>
            <ac:spMk id="28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8"/>
            <ac:spMk id="29" creationId="{00000000-0000-0000-0000-000000000000}"/>
          </ac:spMkLst>
        </pc:spChg>
        <pc:spChg chg="del">
          <ac:chgData name="" userId="" providerId="" clId="Web-{E419603C-74A7-4ABC-82A5-2F71D8B73B53}" dt="2026-10-31T13:33:06.592" v="4" actId="34807"/>
          <ac:spMkLst>
            <pc:docMk/>
            <pc:sldMk cId="0" sldId="268"/>
            <ac:spMk id="31" creationId="{00000000-0000-0000-0000-000000000000}"/>
          </ac:spMkLst>
        </pc:spChg>
        <pc:spChg chg="add mod">
          <ac:chgData name="" userId="" providerId="" clId="Web-{E419603C-74A7-4ABC-82A5-2F71D8B73B53}" dt="2026-10-31T13:35:45.568" v="6" actId="34807"/>
          <ac:spMkLst>
            <pc:docMk/>
            <pc:sldMk cId="0" sldId="268"/>
            <ac:spMk id="283" creationId="{B095B3CC-2EF2-94C3-B202-AD9C2FAA3445}"/>
          </ac:spMkLst>
        </pc:spChg>
        <pc:spChg chg="add mod">
          <ac:chgData name="" userId="" providerId="" clId="Web-{E419603C-74A7-4ABC-82A5-2F71D8B73B53}" dt="2026-10-31T13:33:01.966" v="3" actId="34807"/>
          <ac:spMkLst>
            <pc:docMk/>
            <pc:sldMk cId="0" sldId="268"/>
            <ac:spMk id="305" creationId="{EA05C8A4-7CBE-BF27-6310-BB62C69EEE3B}"/>
          </ac:spMkLst>
        </pc:spChg>
      </pc:sldChg>
      <pc:sldChg chg="addSp delSp modSp">
        <pc:chgData name="" userId="" providerId="" clId="Web-{E419603C-74A7-4ABC-82A5-2F71D8B73B53}" dt="2026-10-31T13:35:45.568" v="6" actId="34807"/>
        <pc:sldMkLst>
          <pc:docMk/>
          <pc:sldMk cId="0" sldId="269"/>
        </pc:sldMkLst>
        <pc:spChg chg="mod">
          <ac:chgData name="" userId="" providerId="" clId="Web-{E419603C-74A7-4ABC-82A5-2F71D8B73B53}" dt="2026-10-31T13:32:41.966" v="2" actId="34807"/>
          <ac:spMkLst>
            <pc:docMk/>
            <pc:sldMk cId="0" sldId="269"/>
            <ac:spMk id="4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9"/>
            <ac:spMk id="8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9"/>
            <ac:spMk id="12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9"/>
            <ac:spMk id="16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69"/>
            <ac:spMk id="20" creationId="{00000000-0000-0000-0000-000000000000}"/>
          </ac:spMkLst>
        </pc:spChg>
        <pc:spChg chg="del">
          <ac:chgData name="" userId="" providerId="" clId="Web-{E419603C-74A7-4ABC-82A5-2F71D8B73B53}" dt="2026-10-31T13:33:06.592" v="4" actId="34807"/>
          <ac:spMkLst>
            <pc:docMk/>
            <pc:sldMk cId="0" sldId="269"/>
            <ac:spMk id="23" creationId="{00000000-0000-0000-0000-000000000000}"/>
          </ac:spMkLst>
        </pc:spChg>
        <pc:spChg chg="add mod">
          <ac:chgData name="" userId="" providerId="" clId="Web-{E419603C-74A7-4ABC-82A5-2F71D8B73B53}" dt="2026-10-31T13:35:45.568" v="6" actId="34807"/>
          <ac:spMkLst>
            <pc:docMk/>
            <pc:sldMk cId="0" sldId="269"/>
            <ac:spMk id="328" creationId="{27C363DC-7E1E-B2B5-180E-C6354F493928}"/>
          </ac:spMkLst>
        </pc:spChg>
        <pc:spChg chg="add mod">
          <ac:chgData name="" userId="" providerId="" clId="Web-{E419603C-74A7-4ABC-82A5-2F71D8B73B53}" dt="2026-10-31T13:33:01.966" v="3" actId="34807"/>
          <ac:spMkLst>
            <pc:docMk/>
            <pc:sldMk cId="0" sldId="269"/>
            <ac:spMk id="352" creationId="{ABD425EB-142F-955F-A52F-9AC179787B38}"/>
          </ac:spMkLst>
        </pc:spChg>
      </pc:sldChg>
      <pc:sldChg chg="addSp delSp modSp modNotesTx">
        <pc:chgData name="" userId="" providerId="" clId="Web-{E419603C-74A7-4ABC-82A5-2F71D8B73B53}" dt="2026-10-31T13:35:45.568" v="6" actId="34807"/>
        <pc:sldMkLst>
          <pc:docMk/>
          <pc:sldMk cId="0" sldId="270"/>
        </pc:sldMkLst>
        <pc:spChg chg="mod">
          <ac:chgData name="" userId="" providerId="" clId="Web-{E419603C-74A7-4ABC-82A5-2F71D8B73B53}" dt="2026-10-31T13:32:41.966" v="2" actId="34807"/>
          <ac:spMkLst>
            <pc:docMk/>
            <pc:sldMk cId="0" sldId="270"/>
            <ac:spMk id="3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0"/>
            <ac:spMk id="4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0"/>
            <ac:spMk id="5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0"/>
            <ac:spMk id="9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0"/>
            <ac:spMk id="17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0"/>
            <ac:spMk id="20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0"/>
            <ac:spMk id="21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0"/>
            <ac:spMk id="24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0"/>
            <ac:spMk id="28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0"/>
            <ac:spMk id="29" creationId="{00000000-0000-0000-0000-000000000000}"/>
          </ac:spMkLst>
        </pc:spChg>
        <pc:spChg chg="del">
          <ac:chgData name="" userId="" providerId="" clId="Web-{E419603C-74A7-4ABC-82A5-2F71D8B73B53}" dt="2026-10-31T13:33:06.592" v="4" actId="34807"/>
          <ac:spMkLst>
            <pc:docMk/>
            <pc:sldMk cId="0" sldId="270"/>
            <ac:spMk id="31" creationId="{00000000-0000-0000-0000-000000000000}"/>
          </ac:spMkLst>
        </pc:spChg>
        <pc:spChg chg="add mod">
          <ac:chgData name="" userId="" providerId="" clId="Web-{E419603C-74A7-4ABC-82A5-2F71D8B73B53}" dt="2026-10-31T13:35:45.568" v="6" actId="34807"/>
          <ac:spMkLst>
            <pc:docMk/>
            <pc:sldMk cId="0" sldId="270"/>
            <ac:spMk id="377" creationId="{B82CFC77-6E93-8D67-553B-933BB432258F}"/>
          </ac:spMkLst>
        </pc:spChg>
        <pc:spChg chg="add mod">
          <ac:chgData name="" userId="" providerId="" clId="Web-{E419603C-74A7-4ABC-82A5-2F71D8B73B53}" dt="2026-10-31T13:33:01.966" v="3" actId="34807"/>
          <ac:spMkLst>
            <pc:docMk/>
            <pc:sldMk cId="0" sldId="270"/>
            <ac:spMk id="403" creationId="{E6C050D3-AE70-0B07-7048-4B660CCAEC02}"/>
          </ac:spMkLst>
        </pc:spChg>
      </pc:sldChg>
      <pc:sldChg chg="addSp delSp modSp">
        <pc:chgData name="" userId="" providerId="" clId="Web-{E419603C-74A7-4ABC-82A5-2F71D8B73B53}" dt="2026-10-31T13:35:45.568" v="6" actId="34807"/>
        <pc:sldMkLst>
          <pc:docMk/>
          <pc:sldMk cId="0" sldId="271"/>
        </pc:sldMkLst>
        <pc:spChg chg="mod">
          <ac:chgData name="" userId="" providerId="" clId="Web-{E419603C-74A7-4ABC-82A5-2F71D8B73B53}" dt="2026-10-31T13:32:41.966" v="2" actId="34807"/>
          <ac:spMkLst>
            <pc:docMk/>
            <pc:sldMk cId="0" sldId="271"/>
            <ac:spMk id="4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1"/>
            <ac:spMk id="8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1"/>
            <ac:spMk id="12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1"/>
            <ac:spMk id="16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1"/>
            <ac:spMk id="20" creationId="{00000000-0000-0000-0000-000000000000}"/>
          </ac:spMkLst>
        </pc:spChg>
        <pc:spChg chg="del">
          <ac:chgData name="" userId="" providerId="" clId="Web-{E419603C-74A7-4ABC-82A5-2F71D8B73B53}" dt="2026-10-31T13:33:06.592" v="4" actId="34807"/>
          <ac:spMkLst>
            <pc:docMk/>
            <pc:sldMk cId="0" sldId="271"/>
            <ac:spMk id="23" creationId="{00000000-0000-0000-0000-000000000000}"/>
          </ac:spMkLst>
        </pc:spChg>
        <pc:spChg chg="add mod">
          <ac:chgData name="" userId="" providerId="" clId="Web-{E419603C-74A7-4ABC-82A5-2F71D8B73B53}" dt="2026-10-31T13:35:45.568" v="6" actId="34807"/>
          <ac:spMkLst>
            <pc:docMk/>
            <pc:sldMk cId="0" sldId="271"/>
            <ac:spMk id="430" creationId="{81A7B7EB-3D83-DD1E-2046-D01098C844F4}"/>
          </ac:spMkLst>
        </pc:spChg>
        <pc:spChg chg="add mod">
          <ac:chgData name="" userId="" providerId="" clId="Web-{E419603C-74A7-4ABC-82A5-2F71D8B73B53}" dt="2026-10-31T13:33:01.966" v="3" actId="34807"/>
          <ac:spMkLst>
            <pc:docMk/>
            <pc:sldMk cId="0" sldId="271"/>
            <ac:spMk id="458" creationId="{66FB6574-9153-8310-219F-106A1B179BC9}"/>
          </ac:spMkLst>
        </pc:spChg>
      </pc:sldChg>
      <pc:sldChg chg="addSp delSp modSp modNotesTx">
        <pc:chgData name="" userId="" providerId="" clId="Web-{E419603C-74A7-4ABC-82A5-2F71D8B73B53}" dt="2026-10-31T13:35:45.568" v="6" actId="34807"/>
        <pc:sldMkLst>
          <pc:docMk/>
          <pc:sldMk cId="0" sldId="272"/>
        </pc:sldMkLst>
        <pc:spChg chg="mod">
          <ac:chgData name="" userId="" providerId="" clId="Web-{E419603C-74A7-4ABC-82A5-2F71D8B73B53}" dt="2026-10-31T13:32:41.966" v="2" actId="34807"/>
          <ac:spMkLst>
            <pc:docMk/>
            <pc:sldMk cId="0" sldId="272"/>
            <ac:spMk id="3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2"/>
            <ac:spMk id="4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2"/>
            <ac:spMk id="8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2"/>
            <ac:spMk id="12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2"/>
            <ac:spMk id="13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2"/>
            <ac:spMk id="17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2"/>
            <ac:spMk id="24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2"/>
            <ac:spMk id="25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2"/>
            <ac:spMk id="28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2"/>
            <ac:spMk id="29" creationId="{00000000-0000-0000-0000-000000000000}"/>
          </ac:spMkLst>
        </pc:spChg>
        <pc:spChg chg="del">
          <ac:chgData name="" userId="" providerId="" clId="Web-{E419603C-74A7-4ABC-82A5-2F71D8B73B53}" dt="2026-10-31T13:33:06.592" v="4" actId="34807"/>
          <ac:spMkLst>
            <pc:docMk/>
            <pc:sldMk cId="0" sldId="272"/>
            <ac:spMk id="31" creationId="{00000000-0000-0000-0000-000000000000}"/>
          </ac:spMkLst>
        </pc:spChg>
        <pc:spChg chg="add mod">
          <ac:chgData name="" userId="" providerId="" clId="Web-{E419603C-74A7-4ABC-82A5-2F71D8B73B53}" dt="2026-10-31T13:35:45.568" v="6" actId="34807"/>
          <ac:spMkLst>
            <pc:docMk/>
            <pc:sldMk cId="0" sldId="272"/>
            <ac:spMk id="487" creationId="{86553F0A-35EB-9239-8A79-3ED62A64A939}"/>
          </ac:spMkLst>
        </pc:spChg>
        <pc:spChg chg="add mod">
          <ac:chgData name="" userId="" providerId="" clId="Web-{E419603C-74A7-4ABC-82A5-2F71D8B73B53}" dt="2026-10-31T13:33:01.966" v="3" actId="34807"/>
          <ac:spMkLst>
            <pc:docMk/>
            <pc:sldMk cId="0" sldId="272"/>
            <ac:spMk id="517" creationId="{B8E8BB81-613A-D5C5-E846-69E2A9F314FB}"/>
          </ac:spMkLst>
        </pc:spChg>
      </pc:sldChg>
      <pc:sldChg chg="addSp delSp modSp">
        <pc:chgData name="" userId="" providerId="" clId="Web-{E419603C-74A7-4ABC-82A5-2F71D8B73B53}" dt="2026-10-31T13:35:45.568" v="6" actId="34807"/>
        <pc:sldMkLst>
          <pc:docMk/>
          <pc:sldMk cId="0" sldId="273"/>
        </pc:sldMkLst>
        <pc:spChg chg="mod">
          <ac:chgData name="" userId="" providerId="" clId="Web-{E419603C-74A7-4ABC-82A5-2F71D8B73B53}" dt="2026-10-31T13:32:41.966" v="2" actId="34807"/>
          <ac:spMkLst>
            <pc:docMk/>
            <pc:sldMk cId="0" sldId="273"/>
            <ac:spMk id="4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3"/>
            <ac:spMk id="8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3"/>
            <ac:spMk id="12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3"/>
            <ac:spMk id="16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3"/>
            <ac:spMk id="20" creationId="{00000000-0000-0000-0000-000000000000}"/>
          </ac:spMkLst>
        </pc:spChg>
        <pc:spChg chg="del">
          <ac:chgData name="" userId="" providerId="" clId="Web-{E419603C-74A7-4ABC-82A5-2F71D8B73B53}" dt="2026-10-31T13:33:06.592" v="4" actId="34807"/>
          <ac:spMkLst>
            <pc:docMk/>
            <pc:sldMk cId="0" sldId="273"/>
            <ac:spMk id="23" creationId="{00000000-0000-0000-0000-000000000000}"/>
          </ac:spMkLst>
        </pc:spChg>
        <pc:spChg chg="add mod">
          <ac:chgData name="" userId="" providerId="" clId="Web-{E419603C-74A7-4ABC-82A5-2F71D8B73B53}" dt="2026-10-31T13:35:45.568" v="6" actId="34807"/>
          <ac:spMkLst>
            <pc:docMk/>
            <pc:sldMk cId="0" sldId="273"/>
            <ac:spMk id="548" creationId="{8D9A270A-00A8-77EC-A0CA-017DB5E24B7B}"/>
          </ac:spMkLst>
        </pc:spChg>
        <pc:spChg chg="add mod">
          <ac:chgData name="" userId="" providerId="" clId="Web-{E419603C-74A7-4ABC-82A5-2F71D8B73B53}" dt="2026-10-31T13:33:01.966" v="3" actId="34807"/>
          <ac:spMkLst>
            <pc:docMk/>
            <pc:sldMk cId="0" sldId="273"/>
            <ac:spMk id="580" creationId="{F9B340B3-B684-E4E2-E9E1-E723E5DE0C4B}"/>
          </ac:spMkLst>
        </pc:spChg>
      </pc:sldChg>
      <pc:sldChg chg="addSp delSp modSp modNotesTx">
        <pc:chgData name="" userId="" providerId="" clId="Web-{E419603C-74A7-4ABC-82A5-2F71D8B73B53}" dt="2026-10-31T13:35:45.568" v="6" actId="34807"/>
        <pc:sldMkLst>
          <pc:docMk/>
          <pc:sldMk cId="0" sldId="274"/>
        </pc:sldMkLst>
        <pc:spChg chg="mod">
          <ac:chgData name="" userId="" providerId="" clId="Web-{E419603C-74A7-4ABC-82A5-2F71D8B73B53}" dt="2026-10-31T13:32:41.966" v="2" actId="34807"/>
          <ac:spMkLst>
            <pc:docMk/>
            <pc:sldMk cId="0" sldId="274"/>
            <ac:spMk id="3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4"/>
            <ac:spMk id="4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4"/>
            <ac:spMk id="5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4"/>
            <ac:spMk id="9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4"/>
            <ac:spMk id="12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4"/>
            <ac:spMk id="17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4"/>
            <ac:spMk id="20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4"/>
            <ac:spMk id="24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4"/>
            <ac:spMk id="25" creationId="{00000000-0000-0000-0000-000000000000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0" sldId="274"/>
            <ac:spMk id="28" creationId="{00000000-0000-0000-0000-000000000000}"/>
          </ac:spMkLst>
        </pc:spChg>
        <pc:spChg chg="del">
          <ac:chgData name="" userId="" providerId="" clId="Web-{E419603C-74A7-4ABC-82A5-2F71D8B73B53}" dt="2026-10-31T13:33:06.592" v="4" actId="34807"/>
          <ac:spMkLst>
            <pc:docMk/>
            <pc:sldMk cId="0" sldId="274"/>
            <ac:spMk id="31" creationId="{00000000-0000-0000-0000-000000000000}"/>
          </ac:spMkLst>
        </pc:spChg>
        <pc:spChg chg="add mod">
          <ac:chgData name="" userId="" providerId="" clId="Web-{E419603C-74A7-4ABC-82A5-2F71D8B73B53}" dt="2026-10-31T13:35:45.568" v="6" actId="34807"/>
          <ac:spMkLst>
            <pc:docMk/>
            <pc:sldMk cId="0" sldId="274"/>
            <ac:spMk id="613" creationId="{CF1F7ABA-69DC-231C-7B0F-29046C8AB1A3}"/>
          </ac:spMkLst>
        </pc:spChg>
        <pc:spChg chg="add mod">
          <ac:chgData name="" userId="" providerId="" clId="Web-{E419603C-74A7-4ABC-82A5-2F71D8B73B53}" dt="2026-10-31T13:33:01.966" v="3" actId="34807"/>
          <ac:spMkLst>
            <pc:docMk/>
            <pc:sldMk cId="0" sldId="274"/>
            <ac:spMk id="647" creationId="{99CDB87F-3D6E-6F52-E78D-3F7ABB44073C}"/>
          </ac:spMkLst>
        </pc:spChg>
      </pc:sldChg>
      <pc:sldChg chg="addSp delSp modSp modNotesTx">
        <pc:chgData name="" userId="" providerId="" clId="Web-{E419603C-74A7-4ABC-82A5-2F71D8B73B53}" dt="2026-10-31T13:35:45.568" v="6" actId="34807"/>
        <pc:sldMkLst>
          <pc:docMk/>
          <pc:sldMk cId="0" sldId="275"/>
        </pc:sldMkLst>
        <pc:spChg chg="mod">
          <ac:chgData name="" userId="" providerId="" clId="Web-{E419603C-74A7-4ABC-82A5-2F71D8B73B53}" dt="2026-10-31T13:32:41.966" v="2" actId="34807"/>
          <ac:spMkLst>
            <pc:docMk/>
            <pc:sldMk cId="0" sldId="275"/>
            <ac:spMk id="4" creationId="{00000000-0000-0000-0000-000000000000}"/>
          </ac:spMkLst>
        </pc:spChg>
        <pc:spChg chg="del">
          <ac:chgData name="" userId="" providerId="" clId="Web-{E419603C-74A7-4ABC-82A5-2F71D8B73B53}" dt="2026-10-31T13:33:06.592" v="4" actId="34807"/>
          <ac:spMkLst>
            <pc:docMk/>
            <pc:sldMk cId="0" sldId="275"/>
            <ac:spMk id="24" creationId="{00000000-0000-0000-0000-000000000000}"/>
          </ac:spMkLst>
        </pc:spChg>
        <pc:spChg chg="add mod">
          <ac:chgData name="" userId="" providerId="" clId="Web-{E419603C-74A7-4ABC-82A5-2F71D8B73B53}" dt="2026-10-31T13:35:45.568" v="6" actId="34807"/>
          <ac:spMkLst>
            <pc:docMk/>
            <pc:sldMk cId="0" sldId="275"/>
            <ac:spMk id="682" creationId="{02757C24-FBB4-6817-BBBE-50CD379D2C6A}"/>
          </ac:spMkLst>
        </pc:spChg>
        <pc:spChg chg="add mod">
          <ac:chgData name="" userId="" providerId="" clId="Web-{E419603C-74A7-4ABC-82A5-2F71D8B73B53}" dt="2026-10-31T13:33:01.966" v="3" actId="34807"/>
          <ac:spMkLst>
            <pc:docMk/>
            <pc:sldMk cId="0" sldId="275"/>
            <ac:spMk id="718" creationId="{8385828B-6779-D251-8E78-E5B18D0FF005}"/>
          </ac:spMkLst>
        </pc:spChg>
      </pc:sldChg>
      <pc:sldChg chg="addSp delSp modSp">
        <pc:chgData name="" userId="" providerId="" clId="Web-{E419603C-74A7-4ABC-82A5-2F71D8B73B53}" dt="2026-10-31T13:35:45.568" v="6" actId="34807"/>
        <pc:sldMkLst>
          <pc:docMk/>
          <pc:sldMk cId="0" sldId="276"/>
        </pc:sldMkLst>
        <pc:spChg chg="del">
          <ac:chgData name="" userId="" providerId="" clId="Web-{E419603C-74A7-4ABC-82A5-2F71D8B73B53}" dt="2026-10-31T13:33:06.592" v="4" actId="34807"/>
          <ac:spMkLst>
            <pc:docMk/>
            <pc:sldMk cId="0" sldId="276"/>
            <ac:spMk id="18" creationId="{00000000-0000-0000-0000-000000000000}"/>
          </ac:spMkLst>
        </pc:spChg>
        <pc:spChg chg="add mod">
          <ac:chgData name="" userId="" providerId="" clId="Web-{E419603C-74A7-4ABC-82A5-2F71D8B73B53}" dt="2026-10-31T13:35:45.568" v="6" actId="34807"/>
          <ac:spMkLst>
            <pc:docMk/>
            <pc:sldMk cId="0" sldId="276"/>
            <ac:spMk id="755" creationId="{93AA6721-FCDF-D680-496D-F420691BB69B}"/>
          </ac:spMkLst>
        </pc:spChg>
        <pc:spChg chg="add mod">
          <ac:chgData name="" userId="" providerId="" clId="Web-{E419603C-74A7-4ABC-82A5-2F71D8B73B53}" dt="2026-10-31T13:33:01.966" v="3" actId="34807"/>
          <ac:spMkLst>
            <pc:docMk/>
            <pc:sldMk cId="0" sldId="276"/>
            <ac:spMk id="793" creationId="{EBB7EEB4-9C5C-FD99-26C7-BD54405122A7}"/>
          </ac:spMkLst>
        </pc:spChg>
      </pc:sldChg>
      <pc:sldChg chg="addSp delSp modSp">
        <pc:chgData name="" userId="" providerId="" clId="Web-{E419603C-74A7-4ABC-82A5-2F71D8B73B53}" dt="2026-10-31T13:35:45.568" v="6" actId="34807"/>
        <pc:sldMkLst>
          <pc:docMk/>
          <pc:sldMk cId="2351321874" sldId="278"/>
        </pc:sldMkLst>
        <pc:spChg chg="mod">
          <ac:chgData name="" userId="" providerId="" clId="Web-{E419603C-74A7-4ABC-82A5-2F71D8B73B53}" dt="2026-10-31T13:35:45.568" v="6" actId="34807"/>
          <ac:spMkLst>
            <pc:docMk/>
            <pc:sldMk cId="2351321874" sldId="278"/>
            <ac:spMk id="4" creationId="{E4994120-5FA1-89A5-7E75-3AB81D3DDB80}"/>
          </ac:spMkLst>
        </pc:spChg>
        <pc:spChg chg="mod">
          <ac:chgData name="" userId="" providerId="" clId="Web-{E419603C-74A7-4ABC-82A5-2F71D8B73B53}" dt="2026-10-31T13:35:45.568" v="6" actId="34807"/>
          <ac:spMkLst>
            <pc:docMk/>
            <pc:sldMk cId="2351321874" sldId="278"/>
            <ac:spMk id="8" creationId="{ABA1F023-1E25-631D-3E48-01C1AB13259E}"/>
          </ac:spMkLst>
        </pc:spChg>
        <pc:spChg chg="mod">
          <ac:chgData name="" userId="" providerId="" clId="Web-{E419603C-74A7-4ABC-82A5-2F71D8B73B53}" dt="2026-10-31T13:35:45.568" v="6" actId="34807"/>
          <ac:spMkLst>
            <pc:docMk/>
            <pc:sldMk cId="2351321874" sldId="278"/>
            <ac:spMk id="12" creationId="{3DA66391-D734-D97B-3D17-C6D6BB756E5C}"/>
          </ac:spMkLst>
        </pc:spChg>
        <pc:spChg chg="mod">
          <ac:chgData name="" userId="" providerId="" clId="Web-{E419603C-74A7-4ABC-82A5-2F71D8B73B53}" dt="2026-10-31T13:35:45.568" v="6" actId="34807"/>
          <ac:spMkLst>
            <pc:docMk/>
            <pc:sldMk cId="2351321874" sldId="278"/>
            <ac:spMk id="20" creationId="{201F74E2-E687-EA67-F0A6-A742D4147537}"/>
          </ac:spMkLst>
        </pc:spChg>
        <pc:spChg chg="del">
          <ac:chgData name="" userId="" providerId="" clId="Web-{E419603C-74A7-4ABC-82A5-2F71D8B73B53}" dt="2026-10-31T13:33:06.592" v="4" actId="34807"/>
          <ac:spMkLst>
            <pc:docMk/>
            <pc:sldMk cId="2351321874" sldId="278"/>
            <ac:spMk id="23" creationId="{85F40805-0C2B-26B2-F561-71F6C2BF5F10}"/>
          </ac:spMkLst>
        </pc:spChg>
        <pc:spChg chg="add mod">
          <ac:chgData name="" userId="" providerId="" clId="Web-{E419603C-74A7-4ABC-82A5-2F71D8B73B53}" dt="2026-10-31T13:35:45.568" v="6" actId="34807"/>
          <ac:spMkLst>
            <pc:docMk/>
            <pc:sldMk cId="2351321874" sldId="278"/>
            <ac:spMk id="118" creationId="{4E89E5D2-799C-CF79-67A3-970B097444EF}"/>
          </ac:spMkLst>
        </pc:spChg>
        <pc:spChg chg="add mod">
          <ac:chgData name="" userId="" providerId="" clId="Web-{E419603C-74A7-4ABC-82A5-2F71D8B73B53}" dt="2026-10-31T13:33:01.966" v="3" actId="34807"/>
          <ac:spMkLst>
            <pc:docMk/>
            <pc:sldMk cId="2351321874" sldId="278"/>
            <ac:spMk id="130" creationId="{F810F8AD-A5F0-0CD9-7099-B516CC40A745}"/>
          </ac:spMkLst>
        </pc:spChg>
      </pc:sldChg>
      <pc:sldChg chg="addSp delSp modSp">
        <pc:chgData name="" userId="" providerId="" clId="Web-{E419603C-74A7-4ABC-82A5-2F71D8B73B53}" dt="2026-10-31T13:35:45.568" v="6" actId="34807"/>
        <pc:sldMkLst>
          <pc:docMk/>
          <pc:sldMk cId="2450885664" sldId="279"/>
        </pc:sldMkLst>
        <pc:spChg chg="mod">
          <ac:chgData name="" userId="" providerId="" clId="Web-{E419603C-74A7-4ABC-82A5-2F71D8B73B53}" dt="2026-10-31T13:32:41.966" v="2" actId="34807"/>
          <ac:spMkLst>
            <pc:docMk/>
            <pc:sldMk cId="2450885664" sldId="279"/>
            <ac:spMk id="4" creationId="{80162EA7-43C1-4D1D-3410-B117F4884D17}"/>
          </ac:spMkLst>
        </pc:spChg>
        <pc:spChg chg="mod">
          <ac:chgData name="" userId="" providerId="" clId="Web-{E419603C-74A7-4ABC-82A5-2F71D8B73B53}" dt="2026-10-31T13:32:41.966" v="2" actId="34807"/>
          <ac:spMkLst>
            <pc:docMk/>
            <pc:sldMk cId="2450885664" sldId="279"/>
            <ac:spMk id="20" creationId="{11653FDE-1AFB-2F6B-8992-1F363E76B32E}"/>
          </ac:spMkLst>
        </pc:spChg>
        <pc:spChg chg="del">
          <ac:chgData name="" userId="" providerId="" clId="Web-{E419603C-74A7-4ABC-82A5-2F71D8B73B53}" dt="2026-10-31T13:33:06.592" v="4" actId="34807"/>
          <ac:spMkLst>
            <pc:docMk/>
            <pc:sldMk cId="2450885664" sldId="279"/>
            <ac:spMk id="23" creationId="{F0DECD72-7FE8-6601-C953-9236B78A4280}"/>
          </ac:spMkLst>
        </pc:spChg>
        <pc:spChg chg="add mod">
          <ac:chgData name="" userId="" providerId="" clId="Web-{E419603C-74A7-4ABC-82A5-2F71D8B73B53}" dt="2026-10-31T13:35:45.568" v="6" actId="34807"/>
          <ac:spMkLst>
            <pc:docMk/>
            <pc:sldMk cId="2450885664" sldId="279"/>
            <ac:spMk id="143" creationId="{3D294CE6-38D0-0DB3-E5F9-F3BD27655D7D}"/>
          </ac:spMkLst>
        </pc:spChg>
        <pc:spChg chg="add mod">
          <ac:chgData name="" userId="" providerId="" clId="Web-{E419603C-74A7-4ABC-82A5-2F71D8B73B53}" dt="2026-10-31T13:33:01.966" v="3" actId="34807"/>
          <ac:spMkLst>
            <pc:docMk/>
            <pc:sldMk cId="2450885664" sldId="279"/>
            <ac:spMk id="157" creationId="{B84AEFE8-FFF2-F2A1-9CCF-40FC40C3D230}"/>
          </ac:spMkLst>
        </pc:spChg>
        <pc:picChg chg="mod">
          <ac:chgData name="" userId="" providerId="" clId="Web-{E419603C-74A7-4ABC-82A5-2F71D8B73B53}" dt="2026-10-31T13:31:07.776" v="1" actId="34807"/>
          <ac:picMkLst>
            <pc:docMk/>
            <pc:sldMk cId="2450885664" sldId="279"/>
            <ac:picMk id="6" creationId="{8802323D-5B91-2FDA-0A44-61DF8B216CE1}"/>
          </ac:picMkLst>
        </pc:picChg>
      </pc:sldChg>
      <pc:sldChg chg="addSp delSp modSp">
        <pc:chgData name="" userId="" providerId="" clId="Web-{E419603C-74A7-4ABC-82A5-2F71D8B73B53}" dt="2026-10-31T13:35:45.568" v="6" actId="34807"/>
        <pc:sldMkLst>
          <pc:docMk/>
          <pc:sldMk cId="1580875723" sldId="280"/>
        </pc:sldMkLst>
        <pc:spChg chg="del">
          <ac:chgData name="" userId="" providerId="" clId="Web-{E419603C-74A7-4ABC-82A5-2F71D8B73B53}" dt="2026-10-31T13:33:06.592" v="4" actId="34807"/>
          <ac:spMkLst>
            <pc:docMk/>
            <pc:sldMk cId="1580875723" sldId="280"/>
            <ac:spMk id="23" creationId="{B3D394AC-7633-C7D8-3F58-DD0C26712E0C}"/>
          </ac:spMkLst>
        </pc:spChg>
        <pc:spChg chg="add mod">
          <ac:chgData name="" userId="" providerId="" clId="Web-{E419603C-74A7-4ABC-82A5-2F71D8B73B53}" dt="2026-10-31T13:35:45.568" v="6" actId="34807"/>
          <ac:spMkLst>
            <pc:docMk/>
            <pc:sldMk cId="1580875723" sldId="280"/>
            <ac:spMk id="172" creationId="{4E24A29F-86A0-D2F8-B50B-7C7B0D9C3CDB}"/>
          </ac:spMkLst>
        </pc:spChg>
        <pc:spChg chg="add mod">
          <ac:chgData name="" userId="" providerId="" clId="Web-{E419603C-74A7-4ABC-82A5-2F71D8B73B53}" dt="2026-10-31T13:33:01.966" v="3" actId="34807"/>
          <ac:spMkLst>
            <pc:docMk/>
            <pc:sldMk cId="1580875723" sldId="280"/>
            <ac:spMk id="188" creationId="{3987CEB2-7BC2-0598-EA62-9DBF896ADE56}"/>
          </ac:spMkLst>
        </pc:spChg>
      </pc:sldChg>
    </pc:docChg>
  </pc:docChgLst>
  <pc:docChgLst>
    <pc:chgData clId="Web-{921FDD87-14A6-4E1A-A8BE-61D5CA025B90}"/>
    <pc:docChg chg="modSld">
      <pc:chgData name="" userId="" providerId="" clId="Web-{921FDD87-14A6-4E1A-A8BE-61D5CA025B90}" dt="2026-10-31T13:59:29.075" v="4" actId="34807"/>
      <pc:docMkLst>
        <pc:docMk/>
      </pc:docMkLst>
      <pc:sldChg chg="addSp delSp modSp">
        <pc:chgData name="" userId="" providerId="" clId="Web-{921FDD87-14A6-4E1A-A8BE-61D5CA025B90}" dt="2026-10-31T13:59:29.075" v="4" actId="34807"/>
        <pc:sldMkLst>
          <pc:docMk/>
          <pc:sldMk cId="0" sldId="257"/>
        </pc:sldMkLst>
        <pc:spChg chg="add mod">
          <ac:chgData name="" userId="" providerId="" clId="Web-{921FDD87-14A6-4E1A-A8BE-61D5CA025B90}" dt="2026-10-31T13:59:29.075" v="4" actId="34807"/>
          <ac:spMkLst>
            <pc:docMk/>
            <pc:sldMk cId="0" sldId="257"/>
            <ac:spMk id="794" creationId="{ECFEE2D1-5679-CDF8-FB1C-228EFB796875}"/>
          </ac:spMkLst>
        </pc:spChg>
        <pc:spChg chg="add mod">
          <ac:chgData name="" userId="" providerId="" clId="Web-{921FDD87-14A6-4E1A-A8BE-61D5CA025B90}" dt="2026-10-31T13:58:23.605" v="0" actId="34807"/>
          <ac:spMkLst>
            <pc:docMk/>
            <pc:sldMk cId="0" sldId="257"/>
            <ac:spMk id="796" creationId="{67E9E717-266D-9036-2440-FC6FBB482475}"/>
          </ac:spMkLst>
        </pc:spChg>
        <pc:picChg chg="del">
          <ac:chgData name="" userId="" providerId="" clId="Web-{921FDD87-14A6-4E1A-A8BE-61D5CA025B90}" dt="2026-10-31T13:58:24.746" v="1" actId="34807"/>
          <ac:picMkLst>
            <pc:docMk/>
            <pc:sldMk cId="0" sldId="257"/>
            <ac:picMk id="6" creationId="{00000000-0000-0000-0000-000000000000}"/>
          </ac:picMkLst>
        </pc:picChg>
      </pc:sldChg>
      <pc:sldChg chg="modNotesTx">
        <pc:chgData name="" userId="" providerId="" clId="Web-{921FDD87-14A6-4E1A-A8BE-61D5CA025B90}" dt="2026-10-31T13:58:33.761" v="3" actId="34807"/>
        <pc:sldMkLst>
          <pc:docMk/>
          <pc:sldMk cId="0" sldId="262"/>
        </pc:sldMkLst>
      </pc:sldChg>
      <pc:sldChg chg="addSp modSp">
        <pc:chgData name="" userId="" providerId="" clId="Web-{921FDD87-14A6-4E1A-A8BE-61D5CA025B90}" dt="2026-10-31T13:58:23.605" v="0" actId="34807"/>
        <pc:sldMkLst>
          <pc:docMk/>
          <pc:sldMk cId="0" sldId="275"/>
        </pc:sldMkLst>
        <pc:spChg chg="add mod">
          <ac:chgData name="" userId="" providerId="" clId="Web-{921FDD87-14A6-4E1A-A8BE-61D5CA025B90}" dt="2026-10-31T13:58:23.605" v="0" actId="34807"/>
          <ac:spMkLst>
            <pc:docMk/>
            <pc:sldMk cId="0" sldId="275"/>
            <ac:spMk id="803" creationId="{79CEF7D1-5082-F139-A5F8-FCF3507956C6}"/>
          </ac:spMkLst>
        </pc:spChg>
        <pc:spChg chg="add mod">
          <ac:chgData name="" userId="" providerId="" clId="Web-{921FDD87-14A6-4E1A-A8BE-61D5CA025B90}" dt="2026-10-31T13:58:23.605" v="0" actId="34807"/>
          <ac:spMkLst>
            <pc:docMk/>
            <pc:sldMk cId="0" sldId="275"/>
            <ac:spMk id="808" creationId="{DC845E66-F249-0A98-B57D-DD1A38F345EB}"/>
          </ac:spMkLst>
        </pc:spChg>
        <pc:spChg chg="add mod">
          <ac:chgData name="" userId="" providerId="" clId="Web-{921FDD87-14A6-4E1A-A8BE-61D5CA025B90}" dt="2026-10-31T13:58:23.605" v="0" actId="34807"/>
          <ac:spMkLst>
            <pc:docMk/>
            <pc:sldMk cId="0" sldId="275"/>
            <ac:spMk id="814" creationId="{1EBEB201-3628-3520-A241-196A9113E859}"/>
          </ac:spMkLst>
        </pc:spChg>
        <pc:spChg chg="add mod">
          <ac:chgData name="" userId="" providerId="" clId="Web-{921FDD87-14A6-4E1A-A8BE-61D5CA025B90}" dt="2026-10-31T13:58:23.605" v="0" actId="34807"/>
          <ac:spMkLst>
            <pc:docMk/>
            <pc:sldMk cId="0" sldId="275"/>
            <ac:spMk id="821" creationId="{3D1A5F23-107A-3B17-896F-8321A14EA0A9}"/>
          </ac:spMkLst>
        </pc:spChg>
        <pc:spChg chg="add mod">
          <ac:chgData name="" userId="" providerId="" clId="Web-{921FDD87-14A6-4E1A-A8BE-61D5CA025B90}" dt="2026-10-31T13:58:23.605" v="0" actId="34807"/>
          <ac:spMkLst>
            <pc:docMk/>
            <pc:sldMk cId="0" sldId="275"/>
            <ac:spMk id="829" creationId="{6F022186-8E9C-DBF4-52E5-554CF46E16E3}"/>
          </ac:spMkLst>
        </pc:spChg>
        <pc:spChg chg="add mod">
          <ac:chgData name="" userId="" providerId="" clId="Web-{921FDD87-14A6-4E1A-A8BE-61D5CA025B90}" dt="2026-10-31T13:58:23.605" v="0" actId="34807"/>
          <ac:spMkLst>
            <pc:docMk/>
            <pc:sldMk cId="0" sldId="275"/>
            <ac:spMk id="838" creationId="{C8678849-D754-1385-5ED3-C28D2D218655}"/>
          </ac:spMkLst>
        </pc:spChg>
      </pc:sldChg>
      <pc:sldChg chg="modSp">
        <pc:chgData name="" userId="" providerId="" clId="Web-{921FDD87-14A6-4E1A-A8BE-61D5CA025B90}" dt="2026-10-31T13:59:29.075" v="4" actId="34807"/>
        <pc:sldMkLst>
          <pc:docMk/>
          <pc:sldMk cId="2351321874" sldId="278"/>
        </pc:sldMkLst>
        <pc:spChg chg="mod">
          <ac:chgData name="" userId="" providerId="" clId="Web-{921FDD87-14A6-4E1A-A8BE-61D5CA025B90}" dt="2026-10-31T13:58:24.746" v="1" actId="34807"/>
          <ac:spMkLst>
            <pc:docMk/>
            <pc:sldMk cId="2351321874" sldId="278"/>
            <ac:spMk id="17" creationId="{F1B8AA0E-E1F8-70C6-E44D-2D1A05C91904}"/>
          </ac:spMkLst>
        </pc:spChg>
        <pc:spChg chg="mod">
          <ac:chgData name="" userId="" providerId="" clId="Web-{921FDD87-14A6-4E1A-A8BE-61D5CA025B90}" dt="2026-10-31T13:59:29.075" v="4" actId="34807"/>
          <ac:spMkLst>
            <pc:docMk/>
            <pc:sldMk cId="2351321874" sldId="278"/>
            <ac:spMk id="20" creationId="{201F74E2-E687-EA67-F0A6-A742D4147537}"/>
          </ac:spMkLst>
        </pc:spChg>
      </pc:sldChg>
      <pc:sldChg chg="addSp delSp modSp">
        <pc:chgData name="" userId="" providerId="" clId="Web-{921FDD87-14A6-4E1A-A8BE-61D5CA025B90}" dt="2026-10-31T13:58:24.746" v="1" actId="34807"/>
        <pc:sldMkLst>
          <pc:docMk/>
          <pc:sldMk cId="2450885664" sldId="279"/>
        </pc:sldMkLst>
        <pc:spChg chg="add mod">
          <ac:chgData name="" userId="" providerId="" clId="Web-{921FDD87-14A6-4E1A-A8BE-61D5CA025B90}" dt="2026-10-31T13:58:23.605" v="0" actId="34807"/>
          <ac:spMkLst>
            <pc:docMk/>
            <pc:sldMk cId="2450885664" sldId="279"/>
            <ac:spMk id="799" creationId="{8FE02E51-E4D5-AD23-257E-B5077A56BDAB}"/>
          </ac:spMkLst>
        </pc:spChg>
        <pc:picChg chg="del">
          <ac:chgData name="" userId="" providerId="" clId="Web-{921FDD87-14A6-4E1A-A8BE-61D5CA025B90}" dt="2026-10-31T13:58:24.746" v="1" actId="34807"/>
          <ac:picMkLst>
            <pc:docMk/>
            <pc:sldMk cId="2450885664" sldId="279"/>
            <ac:picMk id="6" creationId="{8802323D-5B91-2FDA-0A44-61DF8B216CE1}"/>
          </ac:picMkLst>
        </pc:picChg>
      </pc:sldChg>
    </pc:docChg>
  </pc:docChgLst>
  <pc:docChgLst>
    <pc:chgData name="Joël Prins | yellow arrow" userId="1420e5f8-fe8d-447c-8552-8a779575953e" providerId="ADAL" clId="{2AE6DE1C-EA5A-5E9E-A286-D24F3620D684}"/>
    <pc:docChg chg="custSel delSld modSld">
      <pc:chgData name="Joël Prins | yellow arrow" userId="1420e5f8-fe8d-447c-8552-8a779575953e" providerId="ADAL" clId="{2AE6DE1C-EA5A-5E9E-A286-D24F3620D684}" dt="2026-10-31T13:46:40.136" v="4" actId="2696"/>
      <pc:docMkLst>
        <pc:docMk/>
      </pc:docMkLst>
      <pc:sldChg chg="delSp modSp mod">
        <pc:chgData name="Joël Prins | yellow arrow" userId="1420e5f8-fe8d-447c-8552-8a779575953e" providerId="ADAL" clId="{2AE6DE1C-EA5A-5E9E-A286-D24F3620D684}" dt="2026-10-31T13:42:46.876" v="3" actId="20577"/>
        <pc:sldMkLst>
          <pc:docMk/>
          <pc:sldMk cId="0" sldId="257"/>
        </pc:sldMkLst>
        <pc:spChg chg="mod">
          <ac:chgData name="Joël Prins | yellow arrow" userId="1420e5f8-fe8d-447c-8552-8a779575953e" providerId="ADAL" clId="{2AE6DE1C-EA5A-5E9E-A286-D24F3620D684}" dt="2026-10-31T13:42:46.876" v="3" actId="20577"/>
          <ac:spMkLst>
            <pc:docMk/>
            <pc:sldMk cId="0" sldId="257"/>
            <ac:spMk id="16" creationId="{00000000-0000-0000-0000-000000000000}"/>
          </ac:spMkLst>
        </pc:spChg>
        <pc:spChg chg="del mod">
          <ac:chgData name="Joël Prins | yellow arrow" userId="1420e5f8-fe8d-447c-8552-8a779575953e" providerId="ADAL" clId="{2AE6DE1C-EA5A-5E9E-A286-D24F3620D684}" dt="2026-10-31T13:42:44.783" v="2" actId="478"/>
          <ac:spMkLst>
            <pc:docMk/>
            <pc:sldMk cId="0" sldId="257"/>
            <ac:spMk id="17" creationId="{00000000-0000-0000-0000-000000000000}"/>
          </ac:spMkLst>
        </pc:spChg>
      </pc:sldChg>
      <pc:sldChg chg="del">
        <pc:chgData name="Joël Prins | yellow arrow" userId="1420e5f8-fe8d-447c-8552-8a779575953e" providerId="ADAL" clId="{2AE6DE1C-EA5A-5E9E-A286-D24F3620D684}" dt="2026-10-31T13:46:40.136" v="4" actId="2696"/>
        <pc:sldMkLst>
          <pc:docMk/>
          <pc:sldMk cId="1580875723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61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Welcome. CloudHour is the Microsoft EMS Community monthly round-table. Today [DATE]. Host [HOST NAME], co-host [CO-HOST NAME].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Introduce [CO-HOST NAME], [JOB TITLE]. [Known from / background]. [Why they are co-hosting this session].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expectations. A conversation, not a webinar. Brief a topic, then open the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Housekeeping. Mute to listen, open mic welcome, use chat for links and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[Why each link is worth a bookmark]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the Microsoft EMS Community server tag in Discord. Join: https://aka.ms/M365EMSDiscord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[Number of topics] topics, balanced across [workloads] and across [platforms]. [Item to mention from the radar board next].
[TEMPLATE STRUCTURE] Each topic is a block: 1 topic detail slide (TOPIC N · [WORKLOAD · AREA]) + 1 round-table slide (Let us talk). Optional extra slides per topic: bullet summary (What it is / What it solves / Who is affected), image or screenshot, community quiz. Duplicate or delete blocks to fit the session: fewer, longer topics or more, shorter ones. Remove unused agenda cards (max 6) and renumber TOPIC N.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90-day board. Sources: [Radar item 1]: [URL] ; [Radar item 2]: [URL] ; [Radar item 3]: [URL] ; [etc.]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[Message Center ID and publish date, if applicable]. [Topic 1 summary: what changes, who is affected, recommended action].
Sources: [URL] and [URL]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[Message Center ID and publish date, if applicable]. [Topic 2 summary: what changes, who is affected, recommended action].
Sources: [URL] and [URL]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[Message Center ID and publish date, if applicable]. [Topic 3 summary: what changes, who is affected, recommended action].
Sources: [URL] and [URL]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[Message Center ID and publish date, if applicable]. [Topic 4 summary: what changes, who is affected, recommended action].
Sources: [URL] and [URL]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[Message Center ID and publish date, if applicable]. [Topic 5 summary: what changes, who is affected, recommended action].
Sources: [URL] and [URL]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[Message Center ID and publish date, if applicable]. [Topic 6 summary: what changes, who is affected, recommended action].
Sources: [URL] and [URL]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Answer: [Correct answer]. [Short explanation, and why the other options are wrong]. [Where the question comes from]. Sources: [URL] and [URL]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floor. Capture next month topic ideas in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up. Discord https://aka.ms/M365EMSDiscord and https://www.msems.community/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rozemuller.com/avoid-automation-breaks-with-intune-multi-admin-approval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6.jpe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02920"/>
            <a:ext cx="566928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35024" y="548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260">
                <a:solidFill>
                  <a:srgbClr val="F5F2FC"/>
                </a:solidFill>
                <a:latin typeface="Consolas"/>
              </a:rPr>
              <a:t>MICROSOFT EMS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9659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 spc="500">
                <a:solidFill>
                  <a:srgbClr val="22D3EE"/>
                </a:solidFill>
                <a:latin typeface="Consolas"/>
              </a:rPr>
              <a:t>WELCOME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86000"/>
            <a:ext cx="109728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0" b="1" i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CloudHour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416052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>
                <a:solidFill>
                  <a:srgbClr val="F5F2FC"/>
                </a:solidFill>
                <a:latin typeface="Segoe UI"/>
              </a:rPr>
              <a:t>We will start shortly. Grab a drink and pull up a chair.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5029200"/>
            <a:ext cx="274320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5139484"/>
            <a:ext cx="27432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spc="100">
                <a:solidFill>
                  <a:srgbClr val="F5F2FC"/>
                </a:solidFill>
                <a:latin typeface="Consolas"/>
              </a:rPr>
              <a:t>WED · </a:t>
            </a:r>
            <a:r>
              <a:rPr lang="nl-NL" sz="1300" b="1" i="0" spc="100">
                <a:solidFill>
                  <a:srgbClr val="F5F2FC"/>
                </a:solidFill>
                <a:latin typeface="Consolas"/>
              </a:rPr>
              <a:t>[</a:t>
            </a:r>
            <a:r>
              <a:rPr lang="en-US" sz="1300" b="1" spc="100">
                <a:solidFill>
                  <a:srgbClr val="F5F2FC"/>
                </a:solidFill>
                <a:latin typeface="Consolas"/>
              </a:rPr>
              <a:t>DATE]</a:t>
            </a:r>
            <a:endParaRPr sz="1300" b="1" i="0" spc="100">
              <a:solidFill>
                <a:srgbClr val="F5F2FC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5304" y="50292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B6AED2"/>
                </a:solidFill>
                <a:latin typeface="Segoe UI"/>
              </a:rPr>
              <a:t>Live round-table  ·  Intune · Entra ID · Defender · Purview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5989320"/>
            <a:ext cx="10058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8B83A8"/>
                </a:solidFill>
                <a:latin typeface="Segoe UI"/>
              </a:rPr>
              <a:t>Hosted by </a:t>
            </a:r>
            <a:r>
              <a:rPr lang="nl-NL" sz="1300" b="1" i="0">
                <a:solidFill>
                  <a:srgbClr val="F5F2FC"/>
                </a:solidFill>
                <a:latin typeface="Segoe UI"/>
              </a:rPr>
              <a:t>MS EMS team</a:t>
            </a:r>
            <a:endParaRPr lang="en-US" sz="1300" i="0">
              <a:solidFill>
                <a:srgbClr val="8B83A8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TODAY'S CO-HOST</a:t>
            </a:r>
          </a:p>
        </p:txBody>
      </p:sp>
      <p:sp>
        <p:nvSpPr>
          <p:cNvPr id="4" name="Oval 3"/>
          <p:cNvSpPr/>
          <p:nvPr/>
        </p:nvSpPr>
        <p:spPr>
          <a:xfrm>
            <a:off x="8415223" y="1444752"/>
            <a:ext cx="3282696" cy="3282696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" y="1371600"/>
            <a:ext cx="667512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400" b="1">
                <a:solidFill>
                  <a:srgbClr val="F5F2FC"/>
                </a:solidFill>
                <a:latin typeface="Segoe UI Semibold"/>
              </a:rPr>
              <a:t>[NAME]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3504" y="2240280"/>
            <a:ext cx="658368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550" b="1">
                <a:solidFill>
                  <a:srgbClr val="22D3EE"/>
                </a:solidFill>
                <a:latin typeface="Segoe UI"/>
              </a:rPr>
              <a:t>[JOB TITLE]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03504" y="2880360"/>
            <a:ext cx="6400800" cy="278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en-US" sz="1650" i="1">
                <a:solidFill>
                  <a:srgbClr val="B6AED2"/>
                </a:solidFill>
                <a:latin typeface="Segoe UI"/>
              </a:rPr>
              <a:t>[Known from]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03504" y="4526280"/>
            <a:ext cx="1485900" cy="42062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4625971"/>
            <a:ext cx="14859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200" b="1" i="0" spc="0">
                <a:solidFill>
                  <a:srgbClr val="F5F2FC"/>
                </a:solidFill>
                <a:latin typeface="Segoe UI"/>
              </a:rPr>
              <a:t>[Badge 1]</a:t>
            </a:r>
            <a:endParaRPr sz="1200" b="1" i="0" spc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290572" y="4526280"/>
            <a:ext cx="2157984" cy="42062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90572" y="4625971"/>
            <a:ext cx="2157984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200" b="1" i="0" spc="0">
                <a:solidFill>
                  <a:srgbClr val="F5F2FC"/>
                </a:solidFill>
                <a:latin typeface="Segoe UI"/>
              </a:rPr>
              <a:t>[Badge 2]</a:t>
            </a:r>
            <a:endParaRPr sz="1200" b="1" i="0" spc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3504" y="5257800"/>
            <a:ext cx="65836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>
                <a:solidFill>
                  <a:srgbClr val="8B83A8"/>
                </a:solidFill>
                <a:latin typeface="Segoe UI"/>
              </a:rPr>
              <a:t>[Website 1]</a:t>
            </a:r>
            <a:endParaRPr lang="en-US"/>
          </a:p>
        </p:txBody>
      </p:sp>
      <p:pic>
        <p:nvPicPr>
          <p:cNvPr id="18" name="Picture 17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err="1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</a:t>
            </a:r>
            <a:r>
              <a:rPr lang="nl-NL" sz="950" b="0" i="0">
                <a:solidFill>
                  <a:srgbClr val="8B83A8"/>
                </a:solidFill>
                <a:latin typeface="Segoe UI"/>
              </a:rPr>
              <a:t>[</a:t>
            </a:r>
            <a:r>
              <a:rPr lang="nl-NL" sz="950" b="0" i="0" err="1">
                <a:solidFill>
                  <a:srgbClr val="8B83A8"/>
                </a:solidFill>
                <a:latin typeface="Segoe UI"/>
              </a:rPr>
              <a:t>Month</a:t>
            </a:r>
            <a:r>
              <a:rPr lang="nl-NL" sz="950">
                <a:solidFill>
                  <a:srgbClr val="8B83A8"/>
                </a:solidFill>
                <a:latin typeface="Segoe UI"/>
              </a:rPr>
              <a:t> </a:t>
            </a:r>
            <a:r>
              <a:rPr lang="nl-NL" sz="950" err="1">
                <a:solidFill>
                  <a:srgbClr val="8B83A8"/>
                </a:solidFill>
                <a:latin typeface="Segoe UI"/>
              </a:rPr>
              <a:t>Year</a:t>
            </a:r>
            <a:r>
              <a:rPr lang="nl-NL" sz="950">
                <a:solidFill>
                  <a:srgbClr val="8B83A8"/>
                </a:solidFill>
                <a:latin typeface="Segoe UI"/>
              </a:rPr>
              <a:t>]</a:t>
            </a:r>
            <a:endParaRPr sz="950" b="0" i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2</a:t>
            </a:r>
          </a:p>
        </p:txBody>
      </p:sp>
      <p:sp>
        <p:nvSpPr>
          <p:cNvPr id="794" name="Hosted by">
            <a:extLst>
              <a:ext uri="{FF2B5EF4-FFF2-40B4-BE49-F238E27FC236}">
                <a16:creationId xmlns:a16="http://schemas.microsoft.com/office/drawing/2014/main" id="{ECFEE2D1-5679-CDF8-FB1C-228EFB796875}"/>
              </a:ext>
            </a:extLst>
          </p:cNvPr>
          <p:cNvSpPr/>
          <p:nvPr/>
        </p:nvSpPr>
        <p:spPr>
          <a:xfrm>
            <a:off x="512064" y="5850000"/>
            <a:ext cx="6583680" cy="44424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50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Hosted by MS EMS team · https://aka.ms/m365emsdiscord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96" name="Image placeholder">
            <a:extLst>
              <a:ext uri="{FF2B5EF4-FFF2-40B4-BE49-F238E27FC236}">
                <a16:creationId xmlns:a16="http://schemas.microsoft.com/office/drawing/2014/main" id="{67E9E717-266D-9036-2440-FC6FBB482475}"/>
              </a:ext>
            </a:extLst>
          </p:cNvPr>
          <p:cNvSpPr/>
          <p:nvPr/>
        </p:nvSpPr>
        <p:spPr>
          <a:xfrm>
            <a:off x="10536631" y="3566160"/>
            <a:ext cx="1097280" cy="1097280"/>
          </a:xfrm>
          <a:prstGeom prst="rect">
            <a:avLst/>
          </a:prstGeom>
          <a:solidFill>
            <a:srgbClr val="211A40">
              <a:alpha val="60000"/>
            </a:srgbClr>
          </a:solidFill>
          <a:ln w="12700">
            <a:solidFill>
              <a:srgbClr val="8B83A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i="1">
                <a:solidFill>
                  <a:srgbClr val="B6AED2"/>
                </a:solidFill>
                <a:effectLst/>
                <a:latin typeface="Segoe UI" panose="020B0502040204020203" pitchFamily="34" charset="0"/>
              </a:rPr>
              <a:t>[Badge logo]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THE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5F2FC"/>
                </a:solidFill>
                <a:latin typeface="Segoe UI Semibold"/>
              </a:rPr>
              <a:t>What is CloudHour?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6276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B6AED2"/>
                </a:solidFill>
                <a:latin typeface="Segoe UI"/>
              </a:rPr>
              <a:t>A monthly round-table where the community digs into a few key topics together. Live, practical and unscripted.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2514600"/>
            <a:ext cx="3417722" cy="3246120"/>
          </a:xfrm>
          <a:prstGeom prst="roundRect">
            <a:avLst>
              <a:gd name="adj" fmla="val 9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7552" y="2898648"/>
            <a:ext cx="868680" cy="86868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661" y="3089757"/>
            <a:ext cx="486460" cy="4864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7552" y="3995928"/>
            <a:ext cx="2649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5F2FC"/>
                </a:solidFill>
                <a:latin typeface="Segoe UI Semibold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507992"/>
            <a:ext cx="264962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B6AED2"/>
                </a:solidFill>
                <a:latin typeface="Segoe UI"/>
              </a:rPr>
              <a:t>The EMS stack moves fast. CloudHour keeps the community current on what is changing and what it means in practice.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6986" y="2514600"/>
            <a:ext cx="3417722" cy="3246120"/>
          </a:xfrm>
          <a:prstGeom prst="roundRect">
            <a:avLst>
              <a:gd name="adj" fmla="val 9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771034" y="2898648"/>
            <a:ext cx="868680" cy="86868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2143" y="3089757"/>
            <a:ext cx="486460" cy="4864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71034" y="3995928"/>
            <a:ext cx="2649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5F2FC"/>
                </a:solidFill>
                <a:latin typeface="Segoe UI Semibold"/>
              </a:rPr>
              <a:t>How you benefit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1034" y="4507992"/>
            <a:ext cx="264962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B6AED2"/>
                </a:solidFill>
                <a:latin typeface="Segoe UI"/>
              </a:rPr>
              <a:t>Real-time discussion with hosts and peers. Ask anything, share your take, learn how others run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0468" y="2514600"/>
            <a:ext cx="3417722" cy="3246120"/>
          </a:xfrm>
          <a:prstGeom prst="roundRect">
            <a:avLst>
              <a:gd name="adj" fmla="val 9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54516" y="2898648"/>
            <a:ext cx="868680" cy="86868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megapho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5626" y="3089757"/>
            <a:ext cx="486460" cy="4864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54516" y="3995928"/>
            <a:ext cx="2649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5F2FC"/>
                </a:solidFill>
                <a:latin typeface="Segoe UI Semibold"/>
              </a:rPr>
              <a:t>Shape what is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4516" y="4507992"/>
            <a:ext cx="264962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B6AED2"/>
                </a:solidFill>
                <a:latin typeface="Segoe UI"/>
              </a:rPr>
              <a:t>Bring the topics you care about. The community helps set the agenda for next month.</a:t>
            </a:r>
          </a:p>
        </p:txBody>
      </p:sp>
      <p:pic>
        <p:nvPicPr>
          <p:cNvPr id="21" name="Picture 20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err="1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</a:t>
            </a:r>
            <a:r>
              <a:rPr lang="nl-NL" sz="950">
                <a:solidFill>
                  <a:srgbClr val="8B83A8"/>
                </a:solidFill>
                <a:latin typeface="Segoe UI"/>
              </a:rPr>
              <a:t>[</a:t>
            </a:r>
            <a:r>
              <a:rPr lang="nl-NL" sz="950" err="1">
                <a:solidFill>
                  <a:srgbClr val="8B83A8"/>
                </a:solidFill>
                <a:latin typeface="Segoe UI"/>
              </a:rPr>
              <a:t>Month</a:t>
            </a:r>
            <a:r>
              <a:rPr lang="nl-NL" sz="950">
                <a:solidFill>
                  <a:srgbClr val="8B83A8"/>
                </a:solidFill>
                <a:latin typeface="Segoe UI"/>
              </a:rPr>
              <a:t> </a:t>
            </a:r>
            <a:r>
              <a:rPr lang="nl-NL" sz="950" err="1">
                <a:solidFill>
                  <a:srgbClr val="8B83A8"/>
                </a:solidFill>
                <a:latin typeface="Segoe UI"/>
              </a:rPr>
              <a:t>Year</a:t>
            </a:r>
            <a:r>
              <a:rPr lang="nl-NL" sz="950">
                <a:solidFill>
                  <a:srgbClr val="8B83A8"/>
                </a:solidFill>
                <a:latin typeface="Segoe UI"/>
              </a:rPr>
              <a:t>]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5F2FC"/>
                </a:solidFill>
                <a:latin typeface="Segoe UI Semibold"/>
              </a:rPr>
              <a:t>Before we 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2103120"/>
            <a:ext cx="3417722" cy="2514600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87552" y="2468879"/>
            <a:ext cx="841248" cy="841248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ic_o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626" y="2653954"/>
            <a:ext cx="471098" cy="4710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87552" y="3474720"/>
            <a:ext cx="2649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5F2FC"/>
                </a:solidFill>
                <a:latin typeface="Segoe UI Semibold"/>
              </a:rPr>
              <a:t>Prefer to listen?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931920"/>
            <a:ext cx="264962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No pressure to speak. Mute up and enjoy the conversation.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6986" y="2103120"/>
            <a:ext cx="3417722" cy="2514600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71034" y="2468879"/>
            <a:ext cx="841248" cy="841248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108" y="2653954"/>
            <a:ext cx="471098" cy="4710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71034" y="3474720"/>
            <a:ext cx="2649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5F2FC"/>
                </a:solidFill>
                <a:latin typeface="Segoe UI Semibold"/>
              </a:rPr>
              <a:t>Open mic is 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1034" y="3931920"/>
            <a:ext cx="264962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Jump in anytime. This is a chat, not a webinar.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0468" y="2103120"/>
            <a:ext cx="3417722" cy="2514600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54516" y="2468879"/>
            <a:ext cx="841248" cy="841248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h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9591" y="2653954"/>
            <a:ext cx="471098" cy="47109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54516" y="3474720"/>
            <a:ext cx="2649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5F2FC"/>
                </a:solidFill>
                <a:latin typeface="Segoe UI Semibold"/>
              </a:rPr>
              <a:t>Use the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4516" y="3931920"/>
            <a:ext cx="264962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Drop links, questions and hot takes as we go.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50749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40">
                <a:solidFill>
                  <a:srgbClr val="8B83A8"/>
                </a:solidFill>
                <a:latin typeface="Consolas"/>
              </a:rPr>
              <a:t>YOU ARE HERE</a:t>
            </a:r>
          </a:p>
        </p:txBody>
      </p:sp>
      <p:pic>
        <p:nvPicPr>
          <p:cNvPr id="21" name="Picture 20" descr="image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" y="5394960"/>
            <a:ext cx="3017520" cy="669653"/>
          </a:xfrm>
          <a:prstGeom prst="roundRect">
            <a:avLst>
              <a:gd name="adj" fmla="val 16000"/>
            </a:avLst>
          </a:prstGeom>
          <a:ln w="15875">
            <a:solidFill>
              <a:srgbClr val="342B5E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22" name="Picture 21" descr="image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6784" y="5394960"/>
            <a:ext cx="3200400" cy="605901"/>
          </a:xfrm>
          <a:prstGeom prst="roundRect">
            <a:avLst>
              <a:gd name="adj" fmla="val 16000"/>
            </a:avLst>
          </a:prstGeom>
          <a:ln w="15875">
            <a:solidFill>
              <a:srgbClr val="342B5E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sp>
        <p:nvSpPr>
          <p:cNvPr id="23" name="TextBox 22"/>
          <p:cNvSpPr txBox="1"/>
          <p:nvPr/>
        </p:nvSpPr>
        <p:spPr>
          <a:xfrm>
            <a:off x="7461504" y="5440680"/>
            <a:ext cx="4126687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B6AED2"/>
                </a:solidFill>
                <a:latin typeface="Segoe UI"/>
              </a:rPr>
              <a:t>Mute and unmute live bottom-left in Discord. Open mic just means unmute and talk.</a:t>
            </a:r>
          </a:p>
        </p:txBody>
      </p:sp>
      <p:pic>
        <p:nvPicPr>
          <p:cNvPr id="24" name="Picture 23" descr="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err="1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</a:t>
            </a:r>
            <a:r>
              <a:rPr lang="nl-NL" sz="950">
                <a:solidFill>
                  <a:srgbClr val="8B83A8"/>
                </a:solidFill>
                <a:latin typeface="Segoe UI"/>
              </a:rPr>
              <a:t>[</a:t>
            </a:r>
            <a:r>
              <a:rPr lang="nl-NL" sz="950" err="1">
                <a:solidFill>
                  <a:srgbClr val="8B83A8"/>
                </a:solidFill>
                <a:latin typeface="Segoe UI"/>
              </a:rPr>
              <a:t>Month</a:t>
            </a:r>
            <a:r>
              <a:rPr lang="nl-NL" sz="950">
                <a:solidFill>
                  <a:srgbClr val="8B83A8"/>
                </a:solidFill>
                <a:latin typeface="Segoe UI"/>
              </a:rPr>
              <a:t> </a:t>
            </a:r>
            <a:r>
              <a:rPr lang="nl-NL" sz="950" err="1">
                <a:solidFill>
                  <a:srgbClr val="8B83A8"/>
                </a:solidFill>
                <a:latin typeface="Segoe UI"/>
              </a:rPr>
              <a:t>Year</a:t>
            </a:r>
            <a:r>
              <a:rPr lang="nl-NL" sz="950">
                <a:solidFill>
                  <a:srgbClr val="8B83A8"/>
                </a:solidFill>
                <a:latin typeface="Segoe UI"/>
              </a:rPr>
              <a:t>]</a:t>
            </a:r>
            <a:endParaRPr sz="950" b="0" i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WORTH A BOOKMARK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F5F2FC"/>
                </a:solidFill>
                <a:latin typeface="Segoe UI Semibold"/>
              </a:rPr>
              <a:t>Links to share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828800"/>
            <a:ext cx="5309463" cy="914400"/>
          </a:xfrm>
          <a:prstGeom prst="roundRect">
            <a:avLst>
              <a:gd name="adj" fmla="val 14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" y="2066543"/>
            <a:ext cx="438912" cy="438912"/>
          </a:xfrm>
          <a:prstGeom prst="ellipse">
            <a:avLst/>
          </a:prstGeom>
          <a:solidFill>
            <a:srgbClr val="211A40"/>
          </a:solidFill>
          <a:ln w="12700">
            <a:solidFill>
              <a:srgbClr val="34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2176272"/>
            <a:ext cx="219456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17904" y="1996737"/>
            <a:ext cx="42062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b="1">
                <a:solidFill>
                  <a:srgbClr val="F5F2FC"/>
                </a:solidFill>
                <a:latin typeface="Segoe UI"/>
                <a:cs typeface="Segoe UI"/>
              </a:rPr>
              <a:t>[Link 1 title]</a:t>
            </a:r>
            <a:endParaRPr lang="en-US" sz="1400" b="1"/>
          </a:p>
        </p:txBody>
      </p:sp>
      <p:sp>
        <p:nvSpPr>
          <p:cNvPr id="9" name="TextBox 8"/>
          <p:cNvSpPr txBox="1"/>
          <p:nvPr/>
        </p:nvSpPr>
        <p:spPr>
          <a:xfrm>
            <a:off x="1517904" y="2362497"/>
            <a:ext cx="42062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200">
                <a:solidFill>
                  <a:srgbClr val="FF2E88"/>
                </a:solidFill>
                <a:latin typeface="Consolas"/>
              </a:rPr>
              <a:t>[Link 1 URL or description]</a:t>
            </a:r>
            <a:endParaRPr lang="en-US" sz="1200" i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78727" y="1828800"/>
            <a:ext cx="5309463" cy="914400"/>
          </a:xfrm>
          <a:prstGeom prst="roundRect">
            <a:avLst>
              <a:gd name="adj" fmla="val 14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16471" y="2066543"/>
            <a:ext cx="438912" cy="438912"/>
          </a:xfrm>
          <a:prstGeom prst="ellipse">
            <a:avLst/>
          </a:prstGeom>
          <a:solidFill>
            <a:srgbClr val="211A40"/>
          </a:solidFill>
          <a:ln w="12700">
            <a:solidFill>
              <a:srgbClr val="34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199" y="2176272"/>
            <a:ext cx="219456" cy="219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93127" y="1996737"/>
            <a:ext cx="42062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b="1">
                <a:solidFill>
                  <a:srgbClr val="F5F2FC"/>
                </a:solidFill>
                <a:latin typeface="Segoe UI"/>
              </a:rPr>
              <a:t>[Link 2 title]</a:t>
            </a:r>
            <a:endParaRPr lang="en-US" sz="1400" b="1"/>
          </a:p>
        </p:txBody>
      </p:sp>
      <p:sp>
        <p:nvSpPr>
          <p:cNvPr id="14" name="TextBox 13"/>
          <p:cNvSpPr txBox="1"/>
          <p:nvPr/>
        </p:nvSpPr>
        <p:spPr>
          <a:xfrm>
            <a:off x="7193127" y="2362497"/>
            <a:ext cx="42062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200">
                <a:solidFill>
                  <a:srgbClr val="8B5CF6"/>
                </a:solidFill>
                <a:latin typeface="Consolas"/>
              </a:rPr>
              <a:t>[Link 2 URL or description]</a:t>
            </a:r>
            <a:endParaRPr lang="en-US" sz="1200"/>
          </a:p>
        </p:txBody>
      </p:sp>
      <p:sp>
        <p:nvSpPr>
          <p:cNvPr id="15" name="Rounded Rectangle 14"/>
          <p:cNvSpPr/>
          <p:nvPr/>
        </p:nvSpPr>
        <p:spPr>
          <a:xfrm>
            <a:off x="603504" y="2907791"/>
            <a:ext cx="5309463" cy="914400"/>
          </a:xfrm>
          <a:prstGeom prst="roundRect">
            <a:avLst>
              <a:gd name="adj" fmla="val 14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" y="3145535"/>
            <a:ext cx="438912" cy="438912"/>
          </a:xfrm>
          <a:prstGeom prst="ellipse">
            <a:avLst/>
          </a:prstGeom>
          <a:solidFill>
            <a:srgbClr val="211A40"/>
          </a:solidFill>
          <a:ln w="12700">
            <a:solidFill>
              <a:srgbClr val="34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255263"/>
            <a:ext cx="219456" cy="2194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17904" y="3075728"/>
            <a:ext cx="42062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DK" sz="1400" b="1">
                <a:solidFill>
                  <a:schemeClr val="bg1">
                    <a:lumMod val="95000"/>
                  </a:schemeClr>
                </a:solidFill>
              </a:rPr>
              <a:t>[Link 3 title]</a:t>
            </a:r>
            <a:endParaRPr lang="en-US" sz="1400" b="1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17904" y="3441488"/>
            <a:ext cx="42062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DK" sz="1200">
                <a:solidFill>
                  <a:schemeClr val="bg1">
                    <a:lumMod val="95000"/>
                  </a:schemeClr>
                </a:solidFill>
              </a:rPr>
              <a:t>[Link 3 URL or description]</a:t>
            </a:r>
            <a:endParaRPr lang="en-US" sz="1200"/>
          </a:p>
        </p:txBody>
      </p:sp>
      <p:sp>
        <p:nvSpPr>
          <p:cNvPr id="20" name="Rounded Rectangle 19"/>
          <p:cNvSpPr/>
          <p:nvPr/>
        </p:nvSpPr>
        <p:spPr>
          <a:xfrm>
            <a:off x="6278727" y="2907791"/>
            <a:ext cx="5309463" cy="914400"/>
          </a:xfrm>
          <a:prstGeom prst="roundRect">
            <a:avLst>
              <a:gd name="adj" fmla="val 14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16471" y="3145535"/>
            <a:ext cx="438912" cy="438912"/>
          </a:xfrm>
          <a:prstGeom prst="ellipse">
            <a:avLst/>
          </a:prstGeom>
          <a:solidFill>
            <a:srgbClr val="211A40"/>
          </a:solidFill>
          <a:ln w="12700">
            <a:solidFill>
              <a:srgbClr val="34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199" y="3255263"/>
            <a:ext cx="219456" cy="21945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93127" y="3075728"/>
            <a:ext cx="42062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400" b="1">
                <a:solidFill>
                  <a:srgbClr val="F5F2FC"/>
                </a:solidFill>
                <a:latin typeface="Segoe UI"/>
              </a:rPr>
              <a:t>[Link 4 title]</a:t>
            </a:r>
            <a:endParaRPr lang="en-US" sz="1400" b="1" i="0">
              <a:solidFill>
                <a:srgbClr val="F5F2FC"/>
              </a:solidFill>
              <a:latin typeface="Segoe UI"/>
              <a:cs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93127" y="3441488"/>
            <a:ext cx="42062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200">
                <a:solidFill>
                  <a:srgbClr val="FF2E88"/>
                </a:solidFill>
                <a:latin typeface="Consolas"/>
              </a:rPr>
              <a:t>[Link 4 URL or description]</a:t>
            </a:r>
            <a:endParaRPr lang="en-US" sz="1200"/>
          </a:p>
        </p:txBody>
      </p:sp>
      <p:sp>
        <p:nvSpPr>
          <p:cNvPr id="25" name="Rounded Rectangle 24"/>
          <p:cNvSpPr/>
          <p:nvPr/>
        </p:nvSpPr>
        <p:spPr>
          <a:xfrm>
            <a:off x="603504" y="3986783"/>
            <a:ext cx="5309463" cy="914400"/>
          </a:xfrm>
          <a:prstGeom prst="roundRect">
            <a:avLst>
              <a:gd name="adj" fmla="val 14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41248" y="4224527"/>
            <a:ext cx="438912" cy="438912"/>
          </a:xfrm>
          <a:prstGeom prst="ellipse">
            <a:avLst/>
          </a:prstGeom>
          <a:solidFill>
            <a:srgbClr val="211A40"/>
          </a:solidFill>
          <a:ln w="12700">
            <a:solidFill>
              <a:srgbClr val="34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334255"/>
            <a:ext cx="219456" cy="21945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17904" y="4154720"/>
            <a:ext cx="42062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400" b="1">
                <a:solidFill>
                  <a:srgbClr val="F5F2FC"/>
                </a:solidFill>
                <a:latin typeface="Segoe UI"/>
              </a:rPr>
              <a:t>[Link 5 title]</a:t>
            </a:r>
            <a:endParaRPr lang="en-US" sz="1400" b="1"/>
          </a:p>
        </p:txBody>
      </p:sp>
      <p:sp>
        <p:nvSpPr>
          <p:cNvPr id="29" name="TextBox 28"/>
          <p:cNvSpPr txBox="1"/>
          <p:nvPr/>
        </p:nvSpPr>
        <p:spPr>
          <a:xfrm>
            <a:off x="1517904" y="4520480"/>
            <a:ext cx="42062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200">
                <a:solidFill>
                  <a:srgbClr val="8B5CF6"/>
                </a:solidFill>
                <a:latin typeface="Consolas"/>
              </a:rPr>
              <a:t>[Link 5 URL or description]</a:t>
            </a:r>
            <a:endParaRPr lang="en-US" sz="1200"/>
          </a:p>
        </p:txBody>
      </p:sp>
      <p:sp>
        <p:nvSpPr>
          <p:cNvPr id="30" name="Rounded Rectangle 29"/>
          <p:cNvSpPr/>
          <p:nvPr/>
        </p:nvSpPr>
        <p:spPr>
          <a:xfrm>
            <a:off x="6278727" y="3986783"/>
            <a:ext cx="5309463" cy="914400"/>
          </a:xfrm>
          <a:prstGeom prst="roundRect">
            <a:avLst>
              <a:gd name="adj" fmla="val 14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516471" y="4224527"/>
            <a:ext cx="438912" cy="438912"/>
          </a:xfrm>
          <a:prstGeom prst="ellipse">
            <a:avLst/>
          </a:prstGeom>
          <a:solidFill>
            <a:srgbClr val="211A40"/>
          </a:solidFill>
          <a:ln w="12700">
            <a:solidFill>
              <a:srgbClr val="34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199" y="4334255"/>
            <a:ext cx="219456" cy="219456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278727" y="5065776"/>
            <a:ext cx="5309463" cy="914400"/>
          </a:xfrm>
          <a:prstGeom prst="roundRect">
            <a:avLst>
              <a:gd name="adj" fmla="val 14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516471" y="5303520"/>
            <a:ext cx="438912" cy="438912"/>
          </a:xfrm>
          <a:prstGeom prst="ellipse">
            <a:avLst/>
          </a:prstGeom>
          <a:solidFill>
            <a:srgbClr val="211A40"/>
          </a:solidFill>
          <a:ln w="12700">
            <a:solidFill>
              <a:srgbClr val="34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199" y="5413248"/>
            <a:ext cx="219456" cy="21945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193127" y="5233713"/>
            <a:ext cx="42062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400" b="1">
                <a:solidFill>
                  <a:srgbClr val="F5F2FC"/>
                </a:solidFill>
                <a:latin typeface="Segoe UI"/>
              </a:rPr>
              <a:t>[Link 7 title]</a:t>
            </a:r>
            <a:endParaRPr lang="en-US" sz="1400" b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5" name="Picture 44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err="1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</a:t>
            </a:r>
            <a:r>
              <a:rPr lang="nl-NL" sz="950">
                <a:solidFill>
                  <a:srgbClr val="8B83A8"/>
                </a:solidFill>
                <a:latin typeface="Segoe UI"/>
              </a:rPr>
              <a:t>[</a:t>
            </a:r>
            <a:r>
              <a:rPr lang="nl-NL" sz="950" err="1">
                <a:solidFill>
                  <a:srgbClr val="8B83A8"/>
                </a:solidFill>
                <a:latin typeface="Segoe UI"/>
              </a:rPr>
              <a:t>Month</a:t>
            </a:r>
            <a:r>
              <a:rPr lang="nl-NL" sz="950">
                <a:solidFill>
                  <a:srgbClr val="8B83A8"/>
                </a:solidFill>
                <a:latin typeface="Segoe UI"/>
              </a:rPr>
              <a:t> </a:t>
            </a:r>
            <a:r>
              <a:rPr lang="nl-NL" sz="950" err="1">
                <a:solidFill>
                  <a:srgbClr val="8B83A8"/>
                </a:solidFill>
                <a:latin typeface="Segoe UI"/>
              </a:rPr>
              <a:t>Year</a:t>
            </a:r>
            <a:r>
              <a:rPr lang="nl-NL" sz="950">
                <a:solidFill>
                  <a:srgbClr val="8B83A8"/>
                </a:solidFill>
                <a:latin typeface="Segoe UI"/>
              </a:rPr>
              <a:t>]</a:t>
            </a:r>
            <a:endParaRPr sz="950" b="0" i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A9CDC2-12EE-D030-481E-C35F3C259E26}"/>
              </a:ext>
            </a:extLst>
          </p:cNvPr>
          <p:cNvSpPr txBox="1"/>
          <p:nvPr/>
        </p:nvSpPr>
        <p:spPr>
          <a:xfrm>
            <a:off x="7193127" y="4123943"/>
            <a:ext cx="420624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DK" sz="1400" b="1">
                <a:solidFill>
                  <a:srgbClr val="FFFFFF"/>
                </a:solidFill>
                <a:latin typeface="Segoe UI"/>
                <a:cs typeface="Segoe UI"/>
              </a:rPr>
              <a:t>[Link 6 title]</a:t>
            </a:r>
            <a:endParaRPr lang="en-US" sz="1400" b="1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409B3F3-E3C9-CDCF-E54A-399CC481065B}"/>
              </a:ext>
            </a:extLst>
          </p:cNvPr>
          <p:cNvSpPr txBox="1"/>
          <p:nvPr/>
        </p:nvSpPr>
        <p:spPr>
          <a:xfrm>
            <a:off x="7193127" y="4489703"/>
            <a:ext cx="420624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DK" sz="1200">
                <a:solidFill>
                  <a:schemeClr val="bg1">
                    <a:lumMod val="95000"/>
                  </a:schemeClr>
                </a:solidFill>
              </a:rPr>
              <a:t>[Link 6 URL or description]</a:t>
            </a:r>
            <a:endParaRPr lang="en-US" sz="12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9FE749-E2F3-8F4B-796E-63ED884C8A98}"/>
              </a:ext>
            </a:extLst>
          </p:cNvPr>
          <p:cNvSpPr txBox="1"/>
          <p:nvPr/>
        </p:nvSpPr>
        <p:spPr>
          <a:xfrm>
            <a:off x="7193127" y="5568696"/>
            <a:ext cx="420624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DK" sz="1100">
                <a:solidFill>
                  <a:schemeClr val="bg1">
                    <a:lumMod val="95000"/>
                  </a:schemeClr>
                </a:solidFill>
              </a:rPr>
              <a:t>[Link 7 URL or description]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REP THE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6675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F5F2FC"/>
                </a:solidFill>
                <a:latin typeface="Segoe UI Semibold"/>
              </a:rPr>
              <a:t>Add the MSEC server tag</a:t>
            </a:r>
          </a:p>
        </p:txBody>
      </p:sp>
      <p:sp>
        <p:nvSpPr>
          <p:cNvPr id="5" name="Oval 4"/>
          <p:cNvSpPr/>
          <p:nvPr/>
        </p:nvSpPr>
        <p:spPr>
          <a:xfrm>
            <a:off x="603504" y="1874519"/>
            <a:ext cx="566928" cy="566928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3504" y="1856231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F2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1819655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i="0">
                <a:solidFill>
                  <a:srgbClr val="F5F2FC"/>
                </a:solidFill>
                <a:latin typeface="Segoe UI"/>
              </a:rPr>
              <a:t>Open Discord, then your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0744" y="2221991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Click your name bottom-left, then Edit Profile.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953511"/>
            <a:ext cx="566928" cy="566928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2935223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F2FC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2898647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i="0">
                <a:solidFill>
                  <a:srgbClr val="F5F2FC"/>
                </a:solidFill>
                <a:latin typeface="Segoe UI"/>
              </a:rPr>
              <a:t>Choose Server Tag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3300983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Pick Microsoft EMS Community from the list.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4032503"/>
            <a:ext cx="566928" cy="566928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" y="4014215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F2FC"/>
                </a:solidFill>
                <a:latin typeface="Segoe UI Semi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744" y="3977639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i="0">
                <a:solidFill>
                  <a:srgbClr val="F5F2FC"/>
                </a:solidFill>
                <a:latin typeface="Segoe UI"/>
              </a:rPr>
              <a:t>Wear it everywhere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0744" y="4379975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The MSEC tag shows next to your name across Discord.</a:t>
            </a:r>
          </a:p>
        </p:txBody>
      </p:sp>
      <p:pic>
        <p:nvPicPr>
          <p:cNvPr id="17" name="Picture 16" descr="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783080"/>
            <a:ext cx="3246120" cy="1322697"/>
          </a:xfrm>
          <a:prstGeom prst="roundRect">
            <a:avLst>
              <a:gd name="adj" fmla="val 12000"/>
            </a:avLst>
          </a:prstGeom>
          <a:ln w="15875">
            <a:solidFill>
              <a:srgbClr val="342B5E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18" name="Picture 17" descr="imag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3246120"/>
            <a:ext cx="3063240" cy="1399683"/>
          </a:xfrm>
          <a:prstGeom prst="roundRect">
            <a:avLst>
              <a:gd name="adj" fmla="val 12000"/>
            </a:avLst>
          </a:prstGeom>
          <a:ln w="15875">
            <a:solidFill>
              <a:srgbClr val="342B5E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19" name="Picture 18" descr="image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4160520"/>
            <a:ext cx="2194560" cy="1803748"/>
          </a:xfrm>
          <a:prstGeom prst="roundRect">
            <a:avLst>
              <a:gd name="adj" fmla="val 12000"/>
            </a:avLst>
          </a:prstGeom>
          <a:ln w="19050">
            <a:solidFill>
              <a:srgbClr val="FF2E88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20" name="Picture 19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6</a:t>
            </a:r>
          </a:p>
        </p:txBody>
      </p:sp>
      <p:sp>
        <p:nvSpPr>
          <p:cNvPr id="53" name="Footer brand">
            <a:extLst>
              <a:ext uri="{FF2B5EF4-FFF2-40B4-BE49-F238E27FC236}">
                <a16:creationId xmlns:a16="http://schemas.microsoft.com/office/drawing/2014/main" id="{2F29152E-B36E-3615-0874-ECB8B777CC44}"/>
              </a:ext>
            </a:extLst>
          </p:cNvPr>
          <p:cNvSpPr/>
          <p:nvPr/>
        </p:nvSpPr>
        <p:spPr>
          <a:xfrm>
            <a:off x="777240" y="6437376"/>
            <a:ext cx="1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 b="1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CloudHour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5" name="Footer text">
            <a:extLst>
              <a:ext uri="{FF2B5EF4-FFF2-40B4-BE49-F238E27FC236}">
                <a16:creationId xmlns:a16="http://schemas.microsoft.com/office/drawing/2014/main" id="{33EAF79B-76CE-B12B-17E7-BFA8BBD2D372}"/>
              </a:ext>
            </a:extLst>
          </p:cNvPr>
          <p:cNvSpPr/>
          <p:nvPr/>
        </p:nvSpPr>
        <p:spPr>
          <a:xfrm>
            <a:off x="1617240" y="6437376"/>
            <a:ext cx="5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·   Microsoft EMS Community  ·  [Month Year]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TODAY'S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5F2FC"/>
                </a:solidFill>
                <a:latin typeface="Segoe UI Semibold"/>
              </a:rPr>
              <a:t>On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591056"/>
            <a:ext cx="1051560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i="0">
                <a:solidFill>
                  <a:srgbClr val="B6AED2"/>
                </a:solidFill>
                <a:latin typeface="Segoe UI"/>
              </a:rPr>
              <a:t>[Number of topics] changes hitting your tenant. A quick brief on each, then we open the floor. We will not get to all of them, so pick your battles.</a:t>
            </a:r>
            <a:endParaRPr sz="145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3504" y="2066543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2" y="2295144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2768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2249424"/>
            <a:ext cx="345780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nl-NL" sz="1600" b="1" i="0">
                <a:solidFill>
                  <a:srgbClr val="F5F2FC"/>
                </a:solidFill>
                <a:latin typeface="Segoe UI"/>
              </a:rPr>
              <a:t>[Topic 1 title]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596896"/>
            <a:ext cx="345780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0" i="0">
                <a:solidFill>
                  <a:srgbClr val="B6AED2"/>
                </a:solidFill>
                <a:latin typeface="Consolas"/>
              </a:rPr>
              <a:t>[Topic 1 workload · area]</a:t>
            </a:r>
            <a:endParaRPr sz="1150" b="0" i="0">
              <a:solidFill>
                <a:srgbClr val="B6AED2"/>
              </a:solidFill>
              <a:latin typeface="Consola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884267" y="2350008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84267" y="2419368"/>
            <a:ext cx="84124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00" b="1" i="0" spc="100">
                <a:solidFill>
                  <a:srgbClr val="F5F2FC"/>
                </a:solidFill>
                <a:latin typeface="Consolas"/>
              </a:rPr>
              <a:t>[DATE]</a:t>
            </a:r>
            <a:endParaRPr sz="1000" b="1" i="0" spc="100">
              <a:solidFill>
                <a:srgbClr val="F5F2FC"/>
              </a:solidFill>
              <a:latin typeface="Consola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03504" y="3108959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04672" y="3337559"/>
            <a:ext cx="457200" cy="45720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31927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3291839"/>
            <a:ext cx="345780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>
                <a:solidFill>
                  <a:srgbClr val="F5F2FC"/>
                </a:solidFill>
                <a:latin typeface="Segoe UI"/>
              </a:rPr>
              <a:t>[Topic 2 title]</a:t>
            </a:r>
            <a:endParaRPr sz="160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99032" y="3639311"/>
            <a:ext cx="345780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0" i="0">
                <a:solidFill>
                  <a:srgbClr val="B6AED2"/>
                </a:solidFill>
                <a:latin typeface="Consolas"/>
              </a:rPr>
              <a:t>[Topic 2 workload · area]</a:t>
            </a:r>
            <a:endParaRPr sz="1150" b="0" i="0">
              <a:solidFill>
                <a:srgbClr val="B6AED2"/>
              </a:solidFill>
              <a:latin typeface="Consola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884267" y="3392423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84267" y="3461783"/>
            <a:ext cx="84124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00" b="1" i="0" spc="100">
                <a:solidFill>
                  <a:srgbClr val="F5F2FC"/>
                </a:solidFill>
                <a:latin typeface="Consolas"/>
              </a:rPr>
              <a:t>[DATE]</a:t>
            </a:r>
            <a:endParaRPr sz="1000" b="1" i="0" spc="100">
              <a:solidFill>
                <a:srgbClr val="F5F2FC"/>
              </a:solidFill>
              <a:latin typeface="Consola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03504" y="4151375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04672" y="4379975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3616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334255"/>
            <a:ext cx="345780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>
                <a:solidFill>
                  <a:srgbClr val="F5F2FC"/>
                </a:solidFill>
                <a:latin typeface="Segoe UI"/>
              </a:rPr>
              <a:t>[Topic 3 title]</a:t>
            </a:r>
            <a:endParaRPr sz="160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99032" y="4681727"/>
            <a:ext cx="345780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0" i="0">
                <a:solidFill>
                  <a:srgbClr val="B6AED2"/>
                </a:solidFill>
                <a:latin typeface="Consolas"/>
              </a:rPr>
              <a:t>[Topic 3 workload · area]</a:t>
            </a:r>
            <a:endParaRPr sz="1150" b="0" i="0">
              <a:solidFill>
                <a:srgbClr val="B6AED2"/>
              </a:solidFill>
              <a:latin typeface="Consola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884267" y="4434839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84267" y="4504199"/>
            <a:ext cx="84124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00" b="1" i="0" spc="100">
                <a:solidFill>
                  <a:srgbClr val="F5F2FC"/>
                </a:solidFill>
                <a:latin typeface="Consolas"/>
              </a:rPr>
              <a:t>[DATE]</a:t>
            </a:r>
            <a:endParaRPr sz="1000" b="1" i="0" spc="100">
              <a:solidFill>
                <a:srgbClr val="F5F2FC"/>
              </a:solidFill>
              <a:latin typeface="Consola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301587" y="2066543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502755" y="2295144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02755" y="22768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97115" y="2249424"/>
            <a:ext cx="345780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>
                <a:solidFill>
                  <a:srgbClr val="F5F2FC"/>
                </a:solidFill>
                <a:latin typeface="Segoe UI"/>
              </a:rPr>
              <a:t>[Topic 4 title]</a:t>
            </a:r>
            <a:endParaRPr sz="160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97115" y="2596896"/>
            <a:ext cx="345780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0" i="0">
                <a:solidFill>
                  <a:srgbClr val="B6AED2"/>
                </a:solidFill>
                <a:latin typeface="Consolas"/>
              </a:rPr>
              <a:t>[Topic 4 workload · area]</a:t>
            </a:r>
            <a:endParaRPr sz="1150" b="0" i="0">
              <a:solidFill>
                <a:srgbClr val="B6AED2"/>
              </a:solidFill>
              <a:latin typeface="Consola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0582351" y="2350008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82351" y="2419368"/>
            <a:ext cx="84124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00" b="1" i="0" spc="100">
                <a:solidFill>
                  <a:srgbClr val="F5F2FC"/>
                </a:solidFill>
                <a:latin typeface="Consolas"/>
              </a:rPr>
              <a:t>[DATE]</a:t>
            </a:r>
            <a:endParaRPr sz="1000" b="1" i="0" spc="100">
              <a:solidFill>
                <a:srgbClr val="F5F2FC"/>
              </a:solidFill>
              <a:latin typeface="Consola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301587" y="3108959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502755" y="3337559"/>
            <a:ext cx="457200" cy="45720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02755" y="331927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7115" y="3291839"/>
            <a:ext cx="345780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>
                <a:solidFill>
                  <a:srgbClr val="F5F2FC"/>
                </a:solidFill>
                <a:latin typeface="Segoe UI"/>
              </a:rPr>
              <a:t>[Topic 5 title]</a:t>
            </a:r>
            <a:endParaRPr sz="160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097115" y="3639311"/>
            <a:ext cx="345780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0" i="0">
                <a:solidFill>
                  <a:srgbClr val="B6AED2"/>
                </a:solidFill>
                <a:latin typeface="Consolas"/>
              </a:rPr>
              <a:t>[Topic 5 workload · area]</a:t>
            </a:r>
            <a:endParaRPr sz="1150" b="0" i="0">
              <a:solidFill>
                <a:srgbClr val="B6AED2"/>
              </a:solidFill>
              <a:latin typeface="Consola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10582351" y="3392423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582351" y="3461783"/>
            <a:ext cx="84124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00" b="1" i="0" spc="100">
                <a:solidFill>
                  <a:srgbClr val="F5F2FC"/>
                </a:solidFill>
                <a:latin typeface="Consolas"/>
              </a:rPr>
              <a:t>[DATE]</a:t>
            </a:r>
            <a:endParaRPr sz="1000" b="1" i="0" spc="100">
              <a:solidFill>
                <a:srgbClr val="F5F2FC"/>
              </a:solidFill>
              <a:latin typeface="Consola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301587" y="4151375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502755" y="4379975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02755" y="43616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97115" y="4334255"/>
            <a:ext cx="345780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>
                <a:solidFill>
                  <a:srgbClr val="F5F2FC"/>
                </a:solidFill>
                <a:latin typeface="Segoe UI"/>
              </a:rPr>
              <a:t>[Topic 6 title]</a:t>
            </a:r>
            <a:endParaRPr sz="160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097115" y="4681727"/>
            <a:ext cx="345780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0" i="0">
                <a:solidFill>
                  <a:srgbClr val="B6AED2"/>
                </a:solidFill>
                <a:latin typeface="Consolas"/>
              </a:rPr>
              <a:t>[Topic 6 workload · area]</a:t>
            </a:r>
            <a:endParaRPr sz="1150" b="0" i="0">
              <a:solidFill>
                <a:srgbClr val="B6AED2"/>
              </a:solidFill>
              <a:latin typeface="Consola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10582351" y="4434839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582351" y="4504199"/>
            <a:ext cx="84124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00" b="1" i="0" spc="100">
                <a:solidFill>
                  <a:srgbClr val="F5F2FC"/>
                </a:solidFill>
                <a:latin typeface="Consolas"/>
              </a:rPr>
              <a:t>[DATE]</a:t>
            </a:r>
            <a:endParaRPr sz="1000" b="1" i="0" spc="100">
              <a:solidFill>
                <a:srgbClr val="F5F2FC"/>
              </a:solidFill>
              <a:latin typeface="Consola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03504" y="5285232"/>
            <a:ext cx="1098468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8B83A8"/>
                </a:solidFill>
                <a:latin typeface="Segoe UI"/>
              </a:rPr>
              <a:t>Plus: </a:t>
            </a:r>
            <a:r>
              <a:rPr sz="1300" b="0" i="0">
                <a:solidFill>
                  <a:srgbClr val="B6AED2"/>
                </a:solidFill>
                <a:latin typeface="Segoe UI"/>
              </a:rPr>
              <a:t>topic from the crowd. Open floor, bring your own.</a:t>
            </a:r>
          </a:p>
        </p:txBody>
      </p:sp>
      <p:pic>
        <p:nvPicPr>
          <p:cNvPr id="49" name="Picture 48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7</a:t>
            </a:r>
          </a:p>
        </p:txBody>
      </p:sp>
      <p:sp>
        <p:nvSpPr>
          <p:cNvPr id="58" name="Footer brand">
            <a:extLst>
              <a:ext uri="{FF2B5EF4-FFF2-40B4-BE49-F238E27FC236}">
                <a16:creationId xmlns:a16="http://schemas.microsoft.com/office/drawing/2014/main" id="{9A3B4519-99BE-8D5E-371D-4CA4603D2532}"/>
              </a:ext>
            </a:extLst>
          </p:cNvPr>
          <p:cNvSpPr/>
          <p:nvPr/>
        </p:nvSpPr>
        <p:spPr>
          <a:xfrm>
            <a:off x="777240" y="6437376"/>
            <a:ext cx="1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 b="1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CloudHour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2" name="Footer text">
            <a:extLst>
              <a:ext uri="{FF2B5EF4-FFF2-40B4-BE49-F238E27FC236}">
                <a16:creationId xmlns:a16="http://schemas.microsoft.com/office/drawing/2014/main" id="{32FD66D7-45EA-DFD7-2551-D9366A73C399}"/>
              </a:ext>
            </a:extLst>
          </p:cNvPr>
          <p:cNvSpPr/>
          <p:nvPr/>
        </p:nvSpPr>
        <p:spPr>
          <a:xfrm>
            <a:off x="1617240" y="6437376"/>
            <a:ext cx="5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·   Microsoft EMS Community  ·  [Month Year]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500" b="1" i="0">
                <a:solidFill>
                  <a:srgbClr val="F5F2FC"/>
                </a:solidFill>
                <a:latin typeface="Segoe UI Semibold"/>
              </a:rPr>
              <a:t>On the radar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755648"/>
            <a:ext cx="3417722" cy="4498848"/>
          </a:xfrm>
          <a:prstGeom prst="roundRect">
            <a:avLst>
              <a:gd name="adj" fmla="val 7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" y="1938528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057400"/>
            <a:ext cx="219456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89888" y="1938528"/>
            <a:ext cx="250332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50">
                <a:solidFill>
                  <a:srgbClr val="F5F2FC"/>
                </a:solidFill>
                <a:latin typeface="Consolas"/>
              </a:rPr>
              <a:t>IDENTITY &amp;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670048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i="0" spc="50">
                <a:solidFill>
                  <a:srgbClr val="FF2E88"/>
                </a:solidFill>
                <a:latin typeface="Consolas"/>
              </a:rPr>
              <a:t>[DATE]</a:t>
            </a:r>
            <a:endParaRPr sz="1300" b="1" i="0" spc="5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9536" y="2944368"/>
            <a:ext cx="2960522" cy="177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80" b="0" i="0">
                <a:solidFill>
                  <a:srgbClr val="B6AED2"/>
                </a:solidFill>
                <a:latin typeface="Segoe UI"/>
              </a:rPr>
              <a:t>[Radar item 1]</a:t>
            </a:r>
            <a:endParaRPr sz="11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9536" y="3557015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i="0" spc="50">
                <a:solidFill>
                  <a:srgbClr val="FF2E88"/>
                </a:solidFill>
                <a:latin typeface="Consolas"/>
              </a:rPr>
              <a:t>[DATE]</a:t>
            </a:r>
            <a:endParaRPr sz="1300" b="1" i="0" spc="5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9536" y="3831335"/>
            <a:ext cx="2960522" cy="177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80" b="0" i="0">
                <a:solidFill>
                  <a:srgbClr val="B6AED2"/>
                </a:solidFill>
                <a:latin typeface="Segoe UI"/>
              </a:rPr>
              <a:t>[Radar item 2]</a:t>
            </a:r>
            <a:endParaRPr sz="11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9536" y="4443983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i="0" spc="50">
                <a:solidFill>
                  <a:srgbClr val="C026D3"/>
                </a:solidFill>
                <a:latin typeface="Consolas"/>
              </a:rPr>
              <a:t>[DATE]</a:t>
            </a:r>
            <a:endParaRPr sz="1300" b="1" i="0" spc="50">
              <a:solidFill>
                <a:srgbClr val="C026D3"/>
              </a:solidFill>
              <a:latin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9536" y="4718303"/>
            <a:ext cx="2960522" cy="177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80" b="0" i="0">
                <a:solidFill>
                  <a:srgbClr val="B6AED2"/>
                </a:solidFill>
                <a:latin typeface="Segoe UI"/>
              </a:rPr>
              <a:t>[Radar item 3]</a:t>
            </a:r>
            <a:endParaRPr sz="11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9536" y="5330951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i="0" spc="50">
                <a:solidFill>
                  <a:srgbClr val="8B5CF6"/>
                </a:solidFill>
                <a:latin typeface="Consolas"/>
              </a:rPr>
              <a:t>[DATE]</a:t>
            </a:r>
            <a:endParaRPr sz="1300" b="1" i="0" spc="50">
              <a:solidFill>
                <a:srgbClr val="8B5CF6"/>
              </a:solidFill>
              <a:latin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9536" y="5605271"/>
            <a:ext cx="2960522" cy="177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80" b="0" i="0">
                <a:solidFill>
                  <a:srgbClr val="B6AED2"/>
                </a:solidFill>
                <a:latin typeface="Segoe UI"/>
              </a:rPr>
              <a:t>[Radar item 4]</a:t>
            </a:r>
            <a:endParaRPr sz="11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86986" y="1755648"/>
            <a:ext cx="3417722" cy="4498848"/>
          </a:xfrm>
          <a:prstGeom prst="roundRect">
            <a:avLst>
              <a:gd name="adj" fmla="val 7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24730" y="1938528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602" y="2057400"/>
            <a:ext cx="219456" cy="2194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73370" y="1938528"/>
            <a:ext cx="250332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50">
                <a:solidFill>
                  <a:srgbClr val="F5F2FC"/>
                </a:solidFill>
                <a:latin typeface="Consolas"/>
              </a:rPr>
              <a:t>ENDPOINTS WIN/DROID/iOS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3018" y="2670048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i="0" spc="50">
                <a:solidFill>
                  <a:srgbClr val="FF2E88"/>
                </a:solidFill>
                <a:latin typeface="Consolas"/>
              </a:rPr>
              <a:t>[DATE]</a:t>
            </a:r>
            <a:endParaRPr sz="1300" b="1" i="0" spc="5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43018" y="2944368"/>
            <a:ext cx="2960522" cy="177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80" b="0" i="0">
                <a:solidFill>
                  <a:srgbClr val="B6AED2"/>
                </a:solidFill>
                <a:latin typeface="Segoe UI"/>
              </a:rPr>
              <a:t>[Radar item 5]</a:t>
            </a:r>
            <a:endParaRPr sz="11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43018" y="3557015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i="0" spc="50">
                <a:solidFill>
                  <a:srgbClr val="8B5CF6"/>
                </a:solidFill>
                <a:latin typeface="Consolas"/>
              </a:rPr>
              <a:t>[DATE]</a:t>
            </a:r>
            <a:endParaRPr sz="1300" b="1" i="0" spc="50">
              <a:solidFill>
                <a:srgbClr val="8B5CF6"/>
              </a:solidFill>
              <a:latin typeface="Consola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43018" y="3831335"/>
            <a:ext cx="2960522" cy="177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80" b="0" i="0">
                <a:solidFill>
                  <a:srgbClr val="B6AED2"/>
                </a:solidFill>
                <a:latin typeface="Segoe UI"/>
              </a:rPr>
              <a:t>[Radar item 6]</a:t>
            </a:r>
            <a:endParaRPr sz="11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43018" y="4443983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i="0" spc="50">
                <a:solidFill>
                  <a:srgbClr val="3B82F6"/>
                </a:solidFill>
                <a:latin typeface="Consolas"/>
              </a:rPr>
              <a:t>[DATE]</a:t>
            </a:r>
            <a:endParaRPr sz="1300" b="1" i="0" spc="50">
              <a:solidFill>
                <a:srgbClr val="3B82F6"/>
              </a:solidFill>
              <a:latin typeface="Consola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43018" y="4718303"/>
            <a:ext cx="2960522" cy="177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80" b="0" i="0">
                <a:solidFill>
                  <a:srgbClr val="B6AED2"/>
                </a:solidFill>
                <a:latin typeface="Segoe UI"/>
              </a:rPr>
              <a:t>[Radar item 7]</a:t>
            </a:r>
            <a:endParaRPr sz="11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43018" y="5330951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i="0" spc="50">
                <a:solidFill>
                  <a:srgbClr val="06B6D4"/>
                </a:solidFill>
                <a:latin typeface="Consolas"/>
              </a:rPr>
              <a:t>[DATE]</a:t>
            </a:r>
            <a:endParaRPr sz="1300" b="1" i="0" spc="50">
              <a:solidFill>
                <a:srgbClr val="06B6D4"/>
              </a:solidFill>
              <a:latin typeface="Consola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643018" y="5605271"/>
            <a:ext cx="2960522" cy="177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80" b="0" i="0">
                <a:solidFill>
                  <a:srgbClr val="B6AED2"/>
                </a:solidFill>
                <a:latin typeface="Segoe UI"/>
              </a:rPr>
              <a:t>[Radar item 8]</a:t>
            </a:r>
            <a:endParaRPr sz="11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170468" y="1755648"/>
            <a:ext cx="3417722" cy="4498848"/>
          </a:xfrm>
          <a:prstGeom prst="roundRect">
            <a:avLst>
              <a:gd name="adj" fmla="val 7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408212" y="1938528"/>
            <a:ext cx="457200" cy="45720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7084" y="2057400"/>
            <a:ext cx="219456" cy="21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956852" y="1938528"/>
            <a:ext cx="250332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50">
                <a:solidFill>
                  <a:srgbClr val="F5F2FC"/>
                </a:solidFill>
                <a:latin typeface="Consolas"/>
              </a:rPr>
              <a:t>DEFENDER &amp;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6500" y="2670048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i="0" spc="50">
                <a:solidFill>
                  <a:srgbClr val="8B5CF6"/>
                </a:solidFill>
                <a:latin typeface="Consolas"/>
              </a:rPr>
              <a:t>[DATE]</a:t>
            </a:r>
            <a:endParaRPr sz="1300" b="1" i="0" spc="50">
              <a:solidFill>
                <a:srgbClr val="8B5CF6"/>
              </a:solidFill>
              <a:latin typeface="Consola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426500" y="2944368"/>
            <a:ext cx="2960522" cy="177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80" b="0" i="0">
                <a:solidFill>
                  <a:srgbClr val="B6AED2"/>
                </a:solidFill>
                <a:latin typeface="Segoe UI"/>
              </a:rPr>
              <a:t>[Radar item 9]</a:t>
            </a:r>
            <a:endParaRPr sz="11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426500" y="3557015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i="0" spc="50">
                <a:solidFill>
                  <a:srgbClr val="3B82F6"/>
                </a:solidFill>
                <a:latin typeface="Consolas"/>
              </a:rPr>
              <a:t>[DATE]</a:t>
            </a:r>
            <a:endParaRPr sz="1300" b="1" i="0" spc="50">
              <a:solidFill>
                <a:srgbClr val="3B82F6"/>
              </a:solidFill>
              <a:latin typeface="Consola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426500" y="3831335"/>
            <a:ext cx="2960522" cy="177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80" b="0" i="0">
                <a:solidFill>
                  <a:srgbClr val="B6AED2"/>
                </a:solidFill>
                <a:latin typeface="Segoe UI"/>
              </a:rPr>
              <a:t>[Radar item 10]</a:t>
            </a:r>
            <a:endParaRPr sz="11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426500" y="4443983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i="0" spc="50">
                <a:solidFill>
                  <a:srgbClr val="06B6D4"/>
                </a:solidFill>
                <a:latin typeface="Consolas"/>
              </a:rPr>
              <a:t>[DATE]</a:t>
            </a:r>
            <a:endParaRPr sz="1300" b="1" i="0" spc="50">
              <a:solidFill>
                <a:srgbClr val="06B6D4"/>
              </a:solidFill>
              <a:latin typeface="Consola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426500" y="4718303"/>
            <a:ext cx="2960522" cy="177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80" b="0" i="0">
                <a:solidFill>
                  <a:srgbClr val="B6AED2"/>
                </a:solidFill>
                <a:latin typeface="Segoe UI"/>
              </a:rPr>
              <a:t>[Radar item 11]</a:t>
            </a:r>
            <a:endParaRPr sz="11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426500" y="5330951"/>
            <a:ext cx="29056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i="0" spc="50">
                <a:solidFill>
                  <a:srgbClr val="22D3EE"/>
                </a:solidFill>
                <a:latin typeface="Consolas"/>
              </a:rPr>
              <a:t>[DATE]</a:t>
            </a:r>
            <a:endParaRPr sz="1300" b="1" i="0" spc="50">
              <a:solidFill>
                <a:srgbClr val="22D3EE"/>
              </a:solidFill>
              <a:latin typeface="Consola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426500" y="5605271"/>
            <a:ext cx="2960522" cy="177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180" b="0" i="0">
                <a:solidFill>
                  <a:srgbClr val="B6AED2"/>
                </a:solidFill>
                <a:latin typeface="Segoe UI"/>
              </a:rPr>
              <a:t>[Radar item 12]</a:t>
            </a:r>
            <a:endParaRPr sz="1180" b="0" i="0">
              <a:solidFill>
                <a:srgbClr val="B6AED2"/>
              </a:solidFill>
              <a:latin typeface="Segoe UI"/>
            </a:endParaRPr>
          </a:p>
        </p:txBody>
      </p:sp>
      <p:pic>
        <p:nvPicPr>
          <p:cNvPr id="41" name="Picture 40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8</a:t>
            </a:r>
          </a:p>
        </p:txBody>
      </p:sp>
      <p:sp>
        <p:nvSpPr>
          <p:cNvPr id="67" name="Footer brand">
            <a:extLst>
              <a:ext uri="{FF2B5EF4-FFF2-40B4-BE49-F238E27FC236}">
                <a16:creationId xmlns:a16="http://schemas.microsoft.com/office/drawing/2014/main" id="{E7A779BA-0209-541A-9574-B0415D4BD723}"/>
              </a:ext>
            </a:extLst>
          </p:cNvPr>
          <p:cNvSpPr/>
          <p:nvPr/>
        </p:nvSpPr>
        <p:spPr>
          <a:xfrm>
            <a:off x="777240" y="6437376"/>
            <a:ext cx="1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 b="1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CloudHour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" name="Footer text">
            <a:extLst>
              <a:ext uri="{FF2B5EF4-FFF2-40B4-BE49-F238E27FC236}">
                <a16:creationId xmlns:a16="http://schemas.microsoft.com/office/drawing/2014/main" id="{BD5B6273-148D-1C72-0DCC-CC1F98EB548B}"/>
              </a:ext>
            </a:extLst>
          </p:cNvPr>
          <p:cNvSpPr/>
          <p:nvPr/>
        </p:nvSpPr>
        <p:spPr>
          <a:xfrm>
            <a:off x="1617240" y="6437376"/>
            <a:ext cx="5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·   Microsoft EMS Community  ·  [Month Year]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i="0" spc="260">
                <a:solidFill>
                  <a:srgbClr val="22D3EE"/>
                </a:solidFill>
                <a:latin typeface="Consolas"/>
              </a:rPr>
              <a:t>TOPIC 1  ·  [WORKLOAD · AREA]</a:t>
            </a:r>
            <a:endParaRPr sz="1250" b="1" i="0" spc="260">
              <a:solidFill>
                <a:srgbClr val="22D3EE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7406640" cy="48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3300" b="1" i="0">
                <a:solidFill>
                  <a:srgbClr val="F5F2FC"/>
                </a:solidFill>
                <a:latin typeface="Segoe UI Semibold"/>
              </a:rPr>
              <a:t>[Topic 1 title]</a:t>
            </a:r>
            <a:endParaRPr sz="3300" b="1" i="0">
              <a:solidFill>
                <a:srgbClr val="F5F2FC"/>
              </a:solidFill>
              <a:latin typeface="Segoe UI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3504" y="1481328"/>
            <a:ext cx="74066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900" b="1" i="0">
                <a:solidFill>
                  <a:srgbClr val="22D3EE"/>
                </a:solidFill>
                <a:latin typeface="Segoe UI Semibold"/>
              </a:rPr>
              <a:t>[Topic 1 subtitle]</a:t>
            </a:r>
            <a:endParaRPr sz="1900" b="1" i="0">
              <a:solidFill>
                <a:srgbClr val="22D3EE"/>
              </a:solidFill>
              <a:latin typeface="Segoe UI Semibold"/>
            </a:endParaRPr>
          </a:p>
        </p:txBody>
      </p:sp>
      <p:sp>
        <p:nvSpPr>
          <p:cNvPr id="6" name="Oval 5"/>
          <p:cNvSpPr/>
          <p:nvPr/>
        </p:nvSpPr>
        <p:spPr>
          <a:xfrm>
            <a:off x="603504" y="2331720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468879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276856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1]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53312" y="2624327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1]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03504" y="3264408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401568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3209544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2]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53312" y="3557015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2]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03504" y="4197096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334256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3312" y="4142232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3]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53312" y="4489704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3]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03504" y="5129783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ke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26694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5074920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4]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53312" y="5422392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4]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75320" y="2148840"/>
            <a:ext cx="3310128" cy="3886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3600000" scaled="1"/>
          </a:gradFill>
          <a:ln>
            <a:noFill/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2432304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5F2FC"/>
                </a:solidFill>
                <a:latin typeface="Consolas"/>
              </a:rPr>
              <a:t>DEADLINE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724912"/>
            <a:ext cx="1948354" cy="6924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000" b="1" i="0">
                <a:solidFill>
                  <a:srgbClr val="F5F2FC"/>
                </a:solidFill>
                <a:latin typeface="Segoe UI Semibold"/>
              </a:rPr>
              <a:t>[DATE]</a:t>
            </a:r>
            <a:endParaRPr sz="5000" b="1" i="0">
              <a:solidFill>
                <a:srgbClr val="F5F2FC"/>
              </a:solidFill>
              <a:latin typeface="Segoe UI Semibol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41080" y="3566160"/>
            <a:ext cx="2596896" cy="202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350" b="1" i="0">
                <a:solidFill>
                  <a:srgbClr val="F5F2FC"/>
                </a:solidFill>
                <a:latin typeface="Segoe UI"/>
              </a:rPr>
              <a:t>[Deadline summary]</a:t>
            </a:r>
            <a:endParaRPr sz="13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641080" y="4370832"/>
            <a:ext cx="2578608" cy="17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4498848"/>
            <a:ext cx="2578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F2E9FF"/>
                </a:solidFill>
                <a:latin typeface="Consolas"/>
              </a:rPr>
              <a:t>WHO IS AFFECTED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818888"/>
            <a:ext cx="2596896" cy="187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00" b="0" i="0">
                <a:solidFill>
                  <a:srgbClr val="FBF4FF"/>
                </a:solidFill>
                <a:latin typeface="Segoe UI"/>
              </a:rPr>
              <a:t>[Who is affected]</a:t>
            </a:r>
            <a:endParaRPr sz="1200" b="0" i="0">
              <a:solidFill>
                <a:srgbClr val="FBF4FF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41080" y="5760720"/>
            <a:ext cx="2578608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50" b="0" i="1">
                <a:solidFill>
                  <a:srgbClr val="E9DCFF"/>
                </a:solidFill>
                <a:latin typeface="Segoe UI"/>
              </a:rPr>
              <a:t>Source: [Source]</a:t>
            </a:r>
            <a:endParaRPr sz="950" b="0" i="1">
              <a:solidFill>
                <a:srgbClr val="E9DCFF"/>
              </a:solidFill>
              <a:latin typeface="Segoe UI"/>
            </a:endParaRPr>
          </a:p>
        </p:txBody>
      </p:sp>
      <p:pic>
        <p:nvPicPr>
          <p:cNvPr id="30" name="Picture 29" descr="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9</a:t>
            </a:r>
          </a:p>
        </p:txBody>
      </p:sp>
      <p:sp>
        <p:nvSpPr>
          <p:cNvPr id="80" name="Footer brand">
            <a:extLst>
              <a:ext uri="{FF2B5EF4-FFF2-40B4-BE49-F238E27FC236}">
                <a16:creationId xmlns:a16="http://schemas.microsoft.com/office/drawing/2014/main" id="{62B0D1BD-CDC1-6365-76CD-FEF6B6557662}"/>
              </a:ext>
            </a:extLst>
          </p:cNvPr>
          <p:cNvSpPr/>
          <p:nvPr/>
        </p:nvSpPr>
        <p:spPr>
          <a:xfrm>
            <a:off x="777240" y="6437376"/>
            <a:ext cx="1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 b="1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CloudHour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8" name="Footer text">
            <a:extLst>
              <a:ext uri="{FF2B5EF4-FFF2-40B4-BE49-F238E27FC236}">
                <a16:creationId xmlns:a16="http://schemas.microsoft.com/office/drawing/2014/main" id="{8F9F0948-1B35-A76B-B4DD-BFA045E73B3D}"/>
              </a:ext>
            </a:extLst>
          </p:cNvPr>
          <p:cNvSpPr/>
          <p:nvPr/>
        </p:nvSpPr>
        <p:spPr>
          <a:xfrm>
            <a:off x="1617240" y="6437376"/>
            <a:ext cx="5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·   Microsoft EMS Community  ·  [Month Year]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1  ·  ROUND-TABLE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515600" cy="513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3500" b="1" i="0">
                <a:solidFill>
                  <a:srgbClr val="F5F2FC"/>
                </a:solidFill>
                <a:latin typeface="Segoe UI Semibold"/>
              </a:rPr>
              <a:t>Let us talk: [Topic 1 short name]</a:t>
            </a:r>
            <a:endParaRPr sz="3500" b="1" i="0">
              <a:solidFill>
                <a:srgbClr val="F5F2FC"/>
              </a:solidFill>
              <a:latin typeface="Segoe UI Semi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3504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2461381"/>
            <a:ext cx="325892" cy="3258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0784" y="2754774"/>
            <a:ext cx="3937863" cy="232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450" b="0" i="0">
                <a:solidFill>
                  <a:srgbClr val="F5F2FC"/>
                </a:solidFill>
                <a:latin typeface="Segoe UI"/>
              </a:rPr>
              <a:t>[Discussion question 1]</a:t>
            </a:r>
            <a:endParaRPr sz="1450" b="0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78727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9623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2461381"/>
            <a:ext cx="325892" cy="3258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6007" y="2754774"/>
            <a:ext cx="3937863" cy="232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450" b="0" i="0">
                <a:solidFill>
                  <a:srgbClr val="F5F2FC"/>
                </a:solidFill>
                <a:latin typeface="Segoe UI"/>
              </a:rPr>
              <a:t>[Discussion question 2]</a:t>
            </a:r>
            <a:endParaRPr sz="1450" b="0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03504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4345045"/>
            <a:ext cx="325892" cy="3258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00784" y="4638437"/>
            <a:ext cx="3937863" cy="232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450" b="0" i="0">
                <a:solidFill>
                  <a:srgbClr val="F5F2FC"/>
                </a:solidFill>
                <a:latin typeface="Segoe UI"/>
              </a:rPr>
              <a:t>[Discussion question 3]</a:t>
            </a:r>
            <a:endParaRPr sz="1450" b="0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78727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9623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4345045"/>
            <a:ext cx="325892" cy="3258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76007" y="4638437"/>
            <a:ext cx="3937863" cy="232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450" b="0" i="0">
                <a:solidFill>
                  <a:srgbClr val="F5F2FC"/>
                </a:solidFill>
                <a:latin typeface="Segoe UI"/>
              </a:rPr>
              <a:t>[Discussion question 4]</a:t>
            </a:r>
            <a:endParaRPr sz="1450" b="0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10</a:t>
            </a:r>
          </a:p>
        </p:txBody>
      </p:sp>
      <p:sp>
        <p:nvSpPr>
          <p:cNvPr id="97" name="Footer brand">
            <a:extLst>
              <a:ext uri="{FF2B5EF4-FFF2-40B4-BE49-F238E27FC236}">
                <a16:creationId xmlns:a16="http://schemas.microsoft.com/office/drawing/2014/main" id="{C37876FF-1E75-FB90-4B67-2D0132143C81}"/>
              </a:ext>
            </a:extLst>
          </p:cNvPr>
          <p:cNvSpPr/>
          <p:nvPr/>
        </p:nvSpPr>
        <p:spPr>
          <a:xfrm>
            <a:off x="777240" y="6437376"/>
            <a:ext cx="1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 b="1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CloudHour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7" name="Footer text">
            <a:extLst>
              <a:ext uri="{FF2B5EF4-FFF2-40B4-BE49-F238E27FC236}">
                <a16:creationId xmlns:a16="http://schemas.microsoft.com/office/drawing/2014/main" id="{C62350FC-72C6-B19C-F544-4F588A945973}"/>
              </a:ext>
            </a:extLst>
          </p:cNvPr>
          <p:cNvSpPr/>
          <p:nvPr/>
        </p:nvSpPr>
        <p:spPr>
          <a:xfrm>
            <a:off x="1617240" y="6437376"/>
            <a:ext cx="5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·   Microsoft EMS Community  ·  [Month Year]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392C0-EA65-44C3-3A7C-C64EDA2F5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9AB1ED2C-004E-4C69-31D2-45D7F7B56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FE58EB-826C-77C2-DA55-128860C0E36E}"/>
              </a:ext>
            </a:extLst>
          </p:cNvPr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1  ·  ROUND-TABLE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994120-5FA1-89A5-7E75-3AB81D3DDB80}"/>
              </a:ext>
            </a:extLst>
          </p:cNvPr>
          <p:cNvSpPr txBox="1"/>
          <p:nvPr/>
        </p:nvSpPr>
        <p:spPr>
          <a:xfrm>
            <a:off x="603504" y="896112"/>
            <a:ext cx="10515600" cy="513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3500" b="1" i="0">
                <a:solidFill>
                  <a:srgbClr val="F5F2FC"/>
                </a:solidFill>
                <a:latin typeface="Segoe UI Semibold"/>
              </a:rPr>
              <a:t>Let us talk: [Topic]</a:t>
            </a:r>
            <a:endParaRPr sz="3500" b="1" i="0">
              <a:solidFill>
                <a:srgbClr val="F5F2FC"/>
              </a:solidFill>
              <a:latin typeface="Segoe UI Semibold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10C5C5C-18CB-6EA5-6E1D-CBBDD1BE3C63}"/>
              </a:ext>
            </a:extLst>
          </p:cNvPr>
          <p:cNvSpPr/>
          <p:nvPr/>
        </p:nvSpPr>
        <p:spPr>
          <a:xfrm>
            <a:off x="479226" y="1535770"/>
            <a:ext cx="5309463" cy="2661748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What it 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A1F023-1E25-631D-3E48-01C1AB13259E}"/>
              </a:ext>
            </a:extLst>
          </p:cNvPr>
          <p:cNvSpPr txBox="1"/>
          <p:nvPr/>
        </p:nvSpPr>
        <p:spPr>
          <a:xfrm>
            <a:off x="1700784" y="2720673"/>
            <a:ext cx="397443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85750" indent="-30480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[Bullet points]</a:t>
            </a:r>
            <a:endParaRPr lang="en-US" sz="1450" b="0" i="0">
              <a:solidFill>
                <a:schemeClr val="bg1">
                  <a:lumMod val="95000"/>
                </a:schemeClr>
              </a:solidFill>
              <a:latin typeface="Segoe UI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F078536-467E-B7F8-7536-64912BDF5FB6}"/>
              </a:ext>
            </a:extLst>
          </p:cNvPr>
          <p:cNvSpPr/>
          <p:nvPr/>
        </p:nvSpPr>
        <p:spPr>
          <a:xfrm>
            <a:off x="6001230" y="1129552"/>
            <a:ext cx="5985862" cy="3007285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What it solves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A66391-D734-D97B-3D17-C6D6BB756E5C}"/>
              </a:ext>
            </a:extLst>
          </p:cNvPr>
          <p:cNvSpPr txBox="1"/>
          <p:nvPr/>
        </p:nvSpPr>
        <p:spPr>
          <a:xfrm>
            <a:off x="7605401" y="2475893"/>
            <a:ext cx="4107373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85750" indent="-30480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[Bullet points]</a:t>
            </a:r>
            <a:endParaRPr lang="en-US" sz="16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1B8AA0E-E1F8-70C6-E44D-2D1A05C91904}"/>
              </a:ext>
            </a:extLst>
          </p:cNvPr>
          <p:cNvSpPr/>
          <p:nvPr/>
        </p:nvSpPr>
        <p:spPr>
          <a:xfrm>
            <a:off x="4883470" y="4410186"/>
            <a:ext cx="6461145" cy="2297327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Who is affected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1F74E2-E687-EA67-F0A6-A742D4147537}"/>
              </a:ext>
            </a:extLst>
          </p:cNvPr>
          <p:cNvSpPr txBox="1"/>
          <p:nvPr/>
        </p:nvSpPr>
        <p:spPr>
          <a:xfrm>
            <a:off x="6720000" y="5462302"/>
            <a:ext cx="439910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85750" indent="-30480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[Bullet points]</a:t>
            </a:r>
            <a:endParaRPr lang="en-US" sz="16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4D772F-2D3F-9318-E117-A8BF3DB4F2A6}"/>
              </a:ext>
            </a:extLst>
          </p:cNvPr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C609187F-062F-4460-E3EA-9A4CE341B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099E752-C027-3903-7796-7A4DEA4D3DFF}"/>
              </a:ext>
            </a:extLst>
          </p:cNvPr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10</a:t>
            </a:r>
          </a:p>
        </p:txBody>
      </p:sp>
      <p:sp>
        <p:nvSpPr>
          <p:cNvPr id="118" name="Footer brand">
            <a:extLst>
              <a:ext uri="{FF2B5EF4-FFF2-40B4-BE49-F238E27FC236}">
                <a16:creationId xmlns:a16="http://schemas.microsoft.com/office/drawing/2014/main" id="{4E89E5D2-799C-CF79-67A3-970B097444EF}"/>
              </a:ext>
            </a:extLst>
          </p:cNvPr>
          <p:cNvSpPr/>
          <p:nvPr/>
        </p:nvSpPr>
        <p:spPr>
          <a:xfrm>
            <a:off x="777240" y="6437376"/>
            <a:ext cx="1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 b="1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CloudHour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0" name="Footer text">
            <a:extLst>
              <a:ext uri="{FF2B5EF4-FFF2-40B4-BE49-F238E27FC236}">
                <a16:creationId xmlns:a16="http://schemas.microsoft.com/office/drawing/2014/main" id="{F810F8AD-A5F0-0CD9-7099-B516CC40A745}"/>
              </a:ext>
            </a:extLst>
          </p:cNvPr>
          <p:cNvSpPr/>
          <p:nvPr/>
        </p:nvSpPr>
        <p:spPr>
          <a:xfrm>
            <a:off x="1617240" y="6437376"/>
            <a:ext cx="5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·   Microsoft EMS Community  ·  [Month Year]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321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A52E8-4599-A7BC-F257-40C4E17F7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7D512C7C-9A75-455D-2D0D-09BEFCCE3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8A8480-34D5-752F-902A-E7C0BF161FDB}"/>
              </a:ext>
            </a:extLst>
          </p:cNvPr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1  ·  ROUND-TABLE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162EA7-43C1-4D1D-3410-B117F4884D17}"/>
              </a:ext>
            </a:extLst>
          </p:cNvPr>
          <p:cNvSpPr txBox="1"/>
          <p:nvPr/>
        </p:nvSpPr>
        <p:spPr>
          <a:xfrm>
            <a:off x="603504" y="896112"/>
            <a:ext cx="10515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>
                <a:solidFill>
                  <a:schemeClr val="bg1">
                    <a:lumMod val="95000"/>
                  </a:schemeClr>
                </a:solidFill>
              </a:rPr>
              <a:t>[Slide title]</a:t>
            </a:r>
            <a:endParaRPr lang="en-US" sz="360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653FDE-1AFB-2F6B-8992-1F363E76B32E}"/>
              </a:ext>
            </a:extLst>
          </p:cNvPr>
          <p:cNvSpPr txBox="1"/>
          <p:nvPr/>
        </p:nvSpPr>
        <p:spPr>
          <a:xfrm>
            <a:off x="3450211" y="2689908"/>
            <a:ext cx="5408637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457200" indent="-457200"/>
            <a:r>
              <a:rPr lang="en-US" sz="16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[Article or tool title]</a:t>
            </a:r>
            <a:endParaRPr lang="en-US" sz="160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2FEC01-C3EF-A692-5667-6B115EA64DC1}"/>
              </a:ext>
            </a:extLst>
          </p:cNvPr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F62A8C0D-EF89-5650-001C-9A6263064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1E947A7-BC91-82CD-52AC-6D42276A77BE}"/>
              </a:ext>
            </a:extLst>
          </p:cNvPr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10</a:t>
            </a:r>
          </a:p>
        </p:txBody>
      </p:sp>
      <p:sp>
        <p:nvSpPr>
          <p:cNvPr id="143" name="Footer brand">
            <a:extLst>
              <a:ext uri="{FF2B5EF4-FFF2-40B4-BE49-F238E27FC236}">
                <a16:creationId xmlns:a16="http://schemas.microsoft.com/office/drawing/2014/main" id="{3D294CE6-38D0-0DB3-E5F9-F3BD27655D7D}"/>
              </a:ext>
            </a:extLst>
          </p:cNvPr>
          <p:cNvSpPr/>
          <p:nvPr/>
        </p:nvSpPr>
        <p:spPr>
          <a:xfrm>
            <a:off x="777240" y="6437376"/>
            <a:ext cx="1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 b="1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CloudHour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7" name="Footer text">
            <a:extLst>
              <a:ext uri="{FF2B5EF4-FFF2-40B4-BE49-F238E27FC236}">
                <a16:creationId xmlns:a16="http://schemas.microsoft.com/office/drawing/2014/main" id="{B84AEFE8-FFF2-F2A1-9CCF-40FC40C3D230}"/>
              </a:ext>
            </a:extLst>
          </p:cNvPr>
          <p:cNvSpPr/>
          <p:nvPr/>
        </p:nvSpPr>
        <p:spPr>
          <a:xfrm>
            <a:off x="1617240" y="6437376"/>
            <a:ext cx="5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·   Microsoft EMS Community  ·  [Month Year]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99" name="Image placeholder">
            <a:extLst>
              <a:ext uri="{FF2B5EF4-FFF2-40B4-BE49-F238E27FC236}">
                <a16:creationId xmlns:a16="http://schemas.microsoft.com/office/drawing/2014/main" id="{8FE02E51-E4D5-AD23-257E-B5077A56BDAB}"/>
              </a:ext>
            </a:extLst>
          </p:cNvPr>
          <p:cNvSpPr/>
          <p:nvPr/>
        </p:nvSpPr>
        <p:spPr>
          <a:xfrm>
            <a:off x="1562882" y="2932906"/>
            <a:ext cx="9183294" cy="2258187"/>
          </a:xfrm>
          <a:prstGeom prst="rect">
            <a:avLst/>
          </a:prstGeom>
          <a:solidFill>
            <a:srgbClr val="211A40">
              <a:alpha val="60000"/>
            </a:srgbClr>
          </a:solidFill>
          <a:ln w="12700">
            <a:solidFill>
              <a:srgbClr val="8B83A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i="1">
                <a:solidFill>
                  <a:srgbClr val="B6AED2"/>
                </a:solidFill>
                <a:effectLst/>
                <a:latin typeface="Segoe UI" panose="020B0502040204020203" pitchFamily="34" charset="0"/>
              </a:rPr>
              <a:t>[Image or screenshot]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85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i="0" spc="260">
                <a:solidFill>
                  <a:srgbClr val="22D3EE"/>
                </a:solidFill>
                <a:latin typeface="Consolas"/>
              </a:rPr>
              <a:t>TOPIC 2  ·  [WORKLOAD · AREA]</a:t>
            </a:r>
            <a:endParaRPr sz="1250" b="1" i="0" spc="260">
              <a:solidFill>
                <a:srgbClr val="22D3EE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7406640" cy="48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3300" b="1" i="0">
                <a:solidFill>
                  <a:srgbClr val="F5F2FC"/>
                </a:solidFill>
                <a:latin typeface="Segoe UI Semibold"/>
              </a:rPr>
              <a:t>[Topic 2 title]</a:t>
            </a:r>
            <a:endParaRPr sz="3300" b="1" i="0">
              <a:solidFill>
                <a:srgbClr val="F5F2FC"/>
              </a:solidFill>
              <a:latin typeface="Segoe UI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3504" y="1481328"/>
            <a:ext cx="74066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900" b="1" i="0">
                <a:solidFill>
                  <a:srgbClr val="22D3EE"/>
                </a:solidFill>
                <a:latin typeface="Segoe UI Semibold"/>
              </a:rPr>
              <a:t>[Topic 2 subtitle]</a:t>
            </a:r>
            <a:endParaRPr sz="1900" b="1" i="0">
              <a:solidFill>
                <a:srgbClr val="22D3EE"/>
              </a:solidFill>
              <a:latin typeface="Segoe UI Semibold"/>
            </a:endParaRPr>
          </a:p>
        </p:txBody>
      </p:sp>
      <p:sp>
        <p:nvSpPr>
          <p:cNvPr id="6" name="Oval 5"/>
          <p:cNvSpPr/>
          <p:nvPr/>
        </p:nvSpPr>
        <p:spPr>
          <a:xfrm>
            <a:off x="603504" y="2331720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468879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276856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1]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53312" y="2624327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1]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03504" y="3264408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401568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3209544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2]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53312" y="3557015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2]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03504" y="4197096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k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334256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3312" y="4142232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3]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53312" y="4489704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3]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03504" y="5129783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alend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26694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5074920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4]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53312" y="5422392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4]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75320" y="2148840"/>
            <a:ext cx="3310128" cy="3886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3600000" scaled="1"/>
          </a:gradFill>
          <a:ln>
            <a:noFill/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2432304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5F2FC"/>
                </a:solidFill>
                <a:latin typeface="Consolas"/>
              </a:rPr>
              <a:t>DEADLINE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724912"/>
            <a:ext cx="1948354" cy="6924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000" b="1" i="0">
                <a:solidFill>
                  <a:srgbClr val="F5F2FC"/>
                </a:solidFill>
                <a:latin typeface="Segoe UI Semibold"/>
              </a:rPr>
              <a:t>[DATE]</a:t>
            </a:r>
            <a:endParaRPr sz="5000" b="1" i="0">
              <a:solidFill>
                <a:srgbClr val="F5F2FC"/>
              </a:solidFill>
              <a:latin typeface="Segoe UI Semibol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41080" y="3566160"/>
            <a:ext cx="2596896" cy="202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350" b="1" i="0">
                <a:solidFill>
                  <a:srgbClr val="F5F2FC"/>
                </a:solidFill>
                <a:latin typeface="Segoe UI"/>
              </a:rPr>
              <a:t>[Deadline summary]</a:t>
            </a:r>
            <a:endParaRPr sz="13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641080" y="4370832"/>
            <a:ext cx="2578608" cy="17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4498848"/>
            <a:ext cx="2578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F2E9FF"/>
                </a:solidFill>
                <a:latin typeface="Consolas"/>
              </a:rPr>
              <a:t>WHO IS AFFECTED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818888"/>
            <a:ext cx="2596896" cy="187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00" b="0" i="0">
                <a:solidFill>
                  <a:srgbClr val="FBF4FF"/>
                </a:solidFill>
                <a:latin typeface="Segoe UI"/>
              </a:rPr>
              <a:t>[Who is affected]</a:t>
            </a:r>
            <a:endParaRPr sz="1200" b="0" i="0">
              <a:solidFill>
                <a:srgbClr val="FBF4FF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41080" y="5760720"/>
            <a:ext cx="2578608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50" b="0" i="1">
                <a:solidFill>
                  <a:srgbClr val="E9DCFF"/>
                </a:solidFill>
                <a:latin typeface="Segoe UI"/>
              </a:rPr>
              <a:t>Source: [Source]</a:t>
            </a:r>
            <a:endParaRPr sz="950" b="0" i="1">
              <a:solidFill>
                <a:srgbClr val="E9DCFF"/>
              </a:solidFill>
              <a:latin typeface="Segoe UI"/>
            </a:endParaRPr>
          </a:p>
        </p:txBody>
      </p:sp>
      <p:pic>
        <p:nvPicPr>
          <p:cNvPr id="30" name="Picture 29" descr="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11</a:t>
            </a:r>
          </a:p>
        </p:txBody>
      </p:sp>
      <p:sp>
        <p:nvSpPr>
          <p:cNvPr id="205" name="Footer brand">
            <a:extLst>
              <a:ext uri="{FF2B5EF4-FFF2-40B4-BE49-F238E27FC236}">
                <a16:creationId xmlns:a16="http://schemas.microsoft.com/office/drawing/2014/main" id="{E7F49AAA-63C3-7377-6776-B0BF056D6152}"/>
              </a:ext>
            </a:extLst>
          </p:cNvPr>
          <p:cNvSpPr/>
          <p:nvPr/>
        </p:nvSpPr>
        <p:spPr>
          <a:xfrm>
            <a:off x="777240" y="6437376"/>
            <a:ext cx="1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 b="1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CloudHour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3" name="Footer text">
            <a:extLst>
              <a:ext uri="{FF2B5EF4-FFF2-40B4-BE49-F238E27FC236}">
                <a16:creationId xmlns:a16="http://schemas.microsoft.com/office/drawing/2014/main" id="{76943E2E-D042-AB79-AF62-9F6C741BCFAF}"/>
              </a:ext>
            </a:extLst>
          </p:cNvPr>
          <p:cNvSpPr/>
          <p:nvPr/>
        </p:nvSpPr>
        <p:spPr>
          <a:xfrm>
            <a:off x="1617240" y="6437376"/>
            <a:ext cx="5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·   Microsoft EMS Community  ·  [Month Year]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2  ·  ROUND-TABLE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515600" cy="513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3500" b="1" i="0">
                <a:solidFill>
                  <a:srgbClr val="F5F2FC"/>
                </a:solidFill>
                <a:latin typeface="Segoe UI Semibold"/>
              </a:rPr>
              <a:t>Let us talk: [Topic 2 short name]</a:t>
            </a:r>
            <a:endParaRPr sz="3500" b="1" i="0">
              <a:solidFill>
                <a:srgbClr val="F5F2FC"/>
              </a:solidFill>
              <a:latin typeface="Segoe UI Semi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3504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2461381"/>
            <a:ext cx="325892" cy="3258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0784" y="2754774"/>
            <a:ext cx="3937863" cy="232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450" b="0" i="0">
                <a:solidFill>
                  <a:srgbClr val="F5F2FC"/>
                </a:solidFill>
                <a:latin typeface="Segoe UI"/>
              </a:rPr>
              <a:t>[Discussion question 1]</a:t>
            </a:r>
            <a:endParaRPr sz="1450" b="0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78727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9623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2461381"/>
            <a:ext cx="325892" cy="3258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6007" y="2754774"/>
            <a:ext cx="3937863" cy="232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450" b="0" i="0">
                <a:solidFill>
                  <a:srgbClr val="F5F2FC"/>
                </a:solidFill>
                <a:latin typeface="Segoe UI"/>
              </a:rPr>
              <a:t>[Discussion question 2]</a:t>
            </a:r>
            <a:endParaRPr sz="1450" b="0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03504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4345045"/>
            <a:ext cx="325892" cy="3258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00784" y="4638437"/>
            <a:ext cx="3937863" cy="232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450" b="0" i="0">
                <a:solidFill>
                  <a:srgbClr val="F5F2FC"/>
                </a:solidFill>
                <a:latin typeface="Segoe UI"/>
              </a:rPr>
              <a:t>[Discussion question 3]</a:t>
            </a:r>
            <a:endParaRPr sz="1450" b="0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78727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9623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4345045"/>
            <a:ext cx="325892" cy="3258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76007" y="4638437"/>
            <a:ext cx="3937863" cy="232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450" b="0" i="0">
                <a:solidFill>
                  <a:srgbClr val="F5F2FC"/>
                </a:solidFill>
                <a:latin typeface="Segoe UI"/>
              </a:rPr>
              <a:t>[Discussion question 4]</a:t>
            </a:r>
            <a:endParaRPr sz="1450" b="0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12</a:t>
            </a:r>
          </a:p>
        </p:txBody>
      </p:sp>
      <p:sp>
        <p:nvSpPr>
          <p:cNvPr id="242" name="Footer brand">
            <a:extLst>
              <a:ext uri="{FF2B5EF4-FFF2-40B4-BE49-F238E27FC236}">
                <a16:creationId xmlns:a16="http://schemas.microsoft.com/office/drawing/2014/main" id="{7CF09759-F667-6CAA-BA06-ED99016F740C}"/>
              </a:ext>
            </a:extLst>
          </p:cNvPr>
          <p:cNvSpPr/>
          <p:nvPr/>
        </p:nvSpPr>
        <p:spPr>
          <a:xfrm>
            <a:off x="777240" y="6437376"/>
            <a:ext cx="1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 b="1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CloudHour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62" name="Footer text">
            <a:extLst>
              <a:ext uri="{FF2B5EF4-FFF2-40B4-BE49-F238E27FC236}">
                <a16:creationId xmlns:a16="http://schemas.microsoft.com/office/drawing/2014/main" id="{4F3C456C-0963-1B45-4212-2D5BC644988A}"/>
              </a:ext>
            </a:extLst>
          </p:cNvPr>
          <p:cNvSpPr/>
          <p:nvPr/>
        </p:nvSpPr>
        <p:spPr>
          <a:xfrm>
            <a:off x="1617240" y="6437376"/>
            <a:ext cx="5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·   Microsoft EMS Community  ·  [Month Year]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i="0" spc="260">
                <a:solidFill>
                  <a:srgbClr val="22D3EE"/>
                </a:solidFill>
                <a:latin typeface="Consolas"/>
              </a:rPr>
              <a:t>TOPIC 3  ·  [WORKLOAD · AREA]</a:t>
            </a:r>
            <a:endParaRPr sz="1250" b="1" i="0" spc="260">
              <a:solidFill>
                <a:srgbClr val="22D3EE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7406640" cy="48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3300" b="1" i="0">
                <a:solidFill>
                  <a:srgbClr val="F5F2FC"/>
                </a:solidFill>
                <a:latin typeface="Segoe UI Semibold"/>
              </a:rPr>
              <a:t>[Topic 3 title]</a:t>
            </a:r>
            <a:endParaRPr sz="3300" b="1" i="0">
              <a:solidFill>
                <a:srgbClr val="F5F2FC"/>
              </a:solidFill>
              <a:latin typeface="Segoe UI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3504" y="1481328"/>
            <a:ext cx="74066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900" b="1" i="0">
                <a:solidFill>
                  <a:srgbClr val="22D3EE"/>
                </a:solidFill>
                <a:latin typeface="Segoe UI Semibold"/>
              </a:rPr>
              <a:t>[Topic 3 subtitle]</a:t>
            </a:r>
            <a:endParaRPr sz="1900" b="1" i="0">
              <a:solidFill>
                <a:srgbClr val="22D3EE"/>
              </a:solidFill>
              <a:latin typeface="Segoe UI Semibold"/>
            </a:endParaRPr>
          </a:p>
        </p:txBody>
      </p:sp>
      <p:sp>
        <p:nvSpPr>
          <p:cNvPr id="6" name="Oval 5"/>
          <p:cNvSpPr/>
          <p:nvPr/>
        </p:nvSpPr>
        <p:spPr>
          <a:xfrm>
            <a:off x="603504" y="2331720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ack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468879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276856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1]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53312" y="2624327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1]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03504" y="3264408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401568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3209544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2]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53312" y="3557015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2]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03504" y="4197096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334256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3312" y="4142232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3]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53312" y="4489704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3]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03504" y="5129783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alend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26694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5074920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4]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53312" y="5422392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4]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75320" y="2148840"/>
            <a:ext cx="3310128" cy="3886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3600000" scaled="1"/>
          </a:gradFill>
          <a:ln>
            <a:noFill/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2432304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5F2FC"/>
                </a:solidFill>
                <a:latin typeface="Consolas"/>
              </a:rPr>
              <a:t>DEADLINE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724912"/>
            <a:ext cx="1948354" cy="6924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000" b="1" i="0">
                <a:solidFill>
                  <a:srgbClr val="F5F2FC"/>
                </a:solidFill>
                <a:latin typeface="Segoe UI Semibold"/>
              </a:rPr>
              <a:t>[DATE]</a:t>
            </a:r>
            <a:endParaRPr sz="5000" b="1" i="0">
              <a:solidFill>
                <a:srgbClr val="F5F2FC"/>
              </a:solidFill>
              <a:latin typeface="Segoe UI Semibol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41080" y="3566160"/>
            <a:ext cx="2596896" cy="202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350" b="1" i="0">
                <a:solidFill>
                  <a:srgbClr val="F5F2FC"/>
                </a:solidFill>
                <a:latin typeface="Segoe UI"/>
              </a:rPr>
              <a:t>[Deadline summary]</a:t>
            </a:r>
            <a:endParaRPr sz="13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641080" y="4370832"/>
            <a:ext cx="2578608" cy="17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4498848"/>
            <a:ext cx="2578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F2E9FF"/>
                </a:solidFill>
                <a:latin typeface="Consolas"/>
              </a:rPr>
              <a:t>WHO IS AFFECTED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818888"/>
            <a:ext cx="2596896" cy="187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00" b="0" i="0">
                <a:solidFill>
                  <a:srgbClr val="FBF4FF"/>
                </a:solidFill>
                <a:latin typeface="Segoe UI"/>
              </a:rPr>
              <a:t>[Who is affected]</a:t>
            </a:r>
            <a:endParaRPr sz="1200" b="0" i="0">
              <a:solidFill>
                <a:srgbClr val="FBF4FF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41080" y="5760720"/>
            <a:ext cx="2578608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50" b="0" i="1">
                <a:solidFill>
                  <a:srgbClr val="E9DCFF"/>
                </a:solidFill>
                <a:latin typeface="Segoe UI"/>
              </a:rPr>
              <a:t>Source: [Source]</a:t>
            </a:r>
            <a:endParaRPr sz="950" b="0" i="1">
              <a:solidFill>
                <a:srgbClr val="E9DCFF"/>
              </a:solidFill>
              <a:latin typeface="Segoe UI"/>
            </a:endParaRPr>
          </a:p>
        </p:txBody>
      </p:sp>
      <p:pic>
        <p:nvPicPr>
          <p:cNvPr id="30" name="Picture 29" descr="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13</a:t>
            </a:r>
          </a:p>
        </p:txBody>
      </p:sp>
      <p:sp>
        <p:nvSpPr>
          <p:cNvPr id="283" name="Footer brand">
            <a:extLst>
              <a:ext uri="{FF2B5EF4-FFF2-40B4-BE49-F238E27FC236}">
                <a16:creationId xmlns:a16="http://schemas.microsoft.com/office/drawing/2014/main" id="{B095B3CC-2EF2-94C3-B202-AD9C2FAA3445}"/>
              </a:ext>
            </a:extLst>
          </p:cNvPr>
          <p:cNvSpPr/>
          <p:nvPr/>
        </p:nvSpPr>
        <p:spPr>
          <a:xfrm>
            <a:off x="777240" y="6437376"/>
            <a:ext cx="1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 b="1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CloudHour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05" name="Footer text">
            <a:extLst>
              <a:ext uri="{FF2B5EF4-FFF2-40B4-BE49-F238E27FC236}">
                <a16:creationId xmlns:a16="http://schemas.microsoft.com/office/drawing/2014/main" id="{EA05C8A4-7CBE-BF27-6310-BB62C69EEE3B}"/>
              </a:ext>
            </a:extLst>
          </p:cNvPr>
          <p:cNvSpPr/>
          <p:nvPr/>
        </p:nvSpPr>
        <p:spPr>
          <a:xfrm>
            <a:off x="1617240" y="6437376"/>
            <a:ext cx="5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·   Microsoft EMS Community  ·  [Month Year]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3  ·  ROUND-TABLE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515600" cy="513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3500" b="1" i="0">
                <a:solidFill>
                  <a:srgbClr val="F5F2FC"/>
                </a:solidFill>
                <a:latin typeface="Segoe UI Semibold"/>
              </a:rPr>
              <a:t>Let us talk: [Topic 3 short name]</a:t>
            </a:r>
            <a:endParaRPr sz="3500" b="1" i="0">
              <a:solidFill>
                <a:srgbClr val="F5F2FC"/>
              </a:solidFill>
              <a:latin typeface="Segoe UI Semi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3504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2461381"/>
            <a:ext cx="325892" cy="3258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0784" y="2754774"/>
            <a:ext cx="3937863" cy="232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450" b="0" i="0">
                <a:solidFill>
                  <a:srgbClr val="F5F2FC"/>
                </a:solidFill>
                <a:latin typeface="Segoe UI"/>
              </a:rPr>
              <a:t>[Discussion question 1]</a:t>
            </a:r>
            <a:endParaRPr sz="1450" b="0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78727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9623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2461381"/>
            <a:ext cx="325892" cy="3258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6007" y="2754774"/>
            <a:ext cx="3937863" cy="232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450" b="0" i="0">
                <a:solidFill>
                  <a:srgbClr val="F5F2FC"/>
                </a:solidFill>
                <a:latin typeface="Segoe UI"/>
              </a:rPr>
              <a:t>[Discussion question 2]</a:t>
            </a:r>
            <a:endParaRPr sz="1450" b="0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03504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4345045"/>
            <a:ext cx="325892" cy="3258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00784" y="4638437"/>
            <a:ext cx="3937863" cy="232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450" b="0" i="0">
                <a:solidFill>
                  <a:srgbClr val="F5F2FC"/>
                </a:solidFill>
                <a:latin typeface="Segoe UI"/>
              </a:rPr>
              <a:t>[Discussion question 3]</a:t>
            </a:r>
            <a:endParaRPr sz="1450" b="0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78727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9623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4345045"/>
            <a:ext cx="325892" cy="3258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76007" y="4638437"/>
            <a:ext cx="3937863" cy="232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450" b="0" i="0">
                <a:solidFill>
                  <a:srgbClr val="F5F2FC"/>
                </a:solidFill>
                <a:latin typeface="Segoe UI"/>
              </a:rPr>
              <a:t>[Discussion question 4]</a:t>
            </a:r>
            <a:endParaRPr sz="1450" b="0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14</a:t>
            </a:r>
          </a:p>
        </p:txBody>
      </p:sp>
      <p:sp>
        <p:nvSpPr>
          <p:cNvPr id="328" name="Footer brand">
            <a:extLst>
              <a:ext uri="{FF2B5EF4-FFF2-40B4-BE49-F238E27FC236}">
                <a16:creationId xmlns:a16="http://schemas.microsoft.com/office/drawing/2014/main" id="{27C363DC-7E1E-B2B5-180E-C6354F493928}"/>
              </a:ext>
            </a:extLst>
          </p:cNvPr>
          <p:cNvSpPr/>
          <p:nvPr/>
        </p:nvSpPr>
        <p:spPr>
          <a:xfrm>
            <a:off x="777240" y="6437376"/>
            <a:ext cx="1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 b="1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CloudHour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52" name="Footer text">
            <a:extLst>
              <a:ext uri="{FF2B5EF4-FFF2-40B4-BE49-F238E27FC236}">
                <a16:creationId xmlns:a16="http://schemas.microsoft.com/office/drawing/2014/main" id="{ABD425EB-142F-955F-A52F-9AC179787B38}"/>
              </a:ext>
            </a:extLst>
          </p:cNvPr>
          <p:cNvSpPr/>
          <p:nvPr/>
        </p:nvSpPr>
        <p:spPr>
          <a:xfrm>
            <a:off x="1617240" y="6437376"/>
            <a:ext cx="5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·   Microsoft EMS Community  ·  [Month Year]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i="0" spc="260">
                <a:solidFill>
                  <a:srgbClr val="22D3EE"/>
                </a:solidFill>
                <a:latin typeface="Consolas"/>
              </a:rPr>
              <a:t>TOPIC 4  ·  [WORKLOAD · AREA]</a:t>
            </a:r>
            <a:endParaRPr sz="1250" b="1" i="0" spc="260">
              <a:solidFill>
                <a:srgbClr val="22D3EE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7406640" cy="48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3300" b="1" i="0">
                <a:solidFill>
                  <a:srgbClr val="F5F2FC"/>
                </a:solidFill>
                <a:latin typeface="Segoe UI Semibold"/>
              </a:rPr>
              <a:t>[Topic 4 title]</a:t>
            </a:r>
            <a:endParaRPr sz="3300" b="1" i="0">
              <a:solidFill>
                <a:srgbClr val="F5F2FC"/>
              </a:solidFill>
              <a:latin typeface="Segoe UI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3504" y="1481328"/>
            <a:ext cx="74066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900" b="1" i="0">
                <a:solidFill>
                  <a:srgbClr val="22D3EE"/>
                </a:solidFill>
                <a:latin typeface="Segoe UI Semibold"/>
              </a:rPr>
              <a:t>[Topic 4 subtitle]</a:t>
            </a:r>
            <a:endParaRPr sz="1900" b="1" i="0">
              <a:solidFill>
                <a:srgbClr val="22D3EE"/>
              </a:solidFill>
              <a:latin typeface="Segoe UI Semibold"/>
            </a:endParaRPr>
          </a:p>
        </p:txBody>
      </p:sp>
      <p:sp>
        <p:nvSpPr>
          <p:cNvPr id="6" name="Oval 5"/>
          <p:cNvSpPr/>
          <p:nvPr/>
        </p:nvSpPr>
        <p:spPr>
          <a:xfrm>
            <a:off x="603504" y="2331720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468879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276856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1]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53312" y="2624327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1]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03504" y="3264408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401568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3209544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2]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53312" y="3557015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2]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03504" y="4197096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peo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334256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3312" y="4142232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3]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53312" y="4489704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3]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03504" y="5129783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26694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5074920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4]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53312" y="5422392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4]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75320" y="2148840"/>
            <a:ext cx="3310128" cy="3886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3600000" scaled="1"/>
          </a:gradFill>
          <a:ln>
            <a:noFill/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2432304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5F2FC"/>
                </a:solidFill>
                <a:latin typeface="Consolas"/>
              </a:rPr>
              <a:t>DEADLINE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724912"/>
            <a:ext cx="1323311" cy="4708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3400" b="1" i="0">
                <a:solidFill>
                  <a:srgbClr val="F5F2FC"/>
                </a:solidFill>
                <a:latin typeface="Segoe UI Semibold"/>
              </a:rPr>
              <a:t>[DATE]</a:t>
            </a:r>
            <a:endParaRPr sz="3400" b="1" i="0">
              <a:solidFill>
                <a:srgbClr val="F5F2FC"/>
              </a:solidFill>
              <a:latin typeface="Segoe UI Semibol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41080" y="3566160"/>
            <a:ext cx="2596896" cy="202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350" b="1" i="0">
                <a:solidFill>
                  <a:srgbClr val="F5F2FC"/>
                </a:solidFill>
                <a:latin typeface="Segoe UI"/>
              </a:rPr>
              <a:t>[Deadline summary]</a:t>
            </a:r>
            <a:endParaRPr sz="13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641080" y="4370832"/>
            <a:ext cx="2578608" cy="17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4498848"/>
            <a:ext cx="2578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F2E9FF"/>
                </a:solidFill>
                <a:latin typeface="Consolas"/>
              </a:rPr>
              <a:t>WHO IS AFFECTED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818888"/>
            <a:ext cx="2596896" cy="187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00" b="0" i="0">
                <a:solidFill>
                  <a:srgbClr val="FBF4FF"/>
                </a:solidFill>
                <a:latin typeface="Segoe UI"/>
              </a:rPr>
              <a:t>[Who is affected]</a:t>
            </a:r>
            <a:endParaRPr sz="1200" b="0" i="0">
              <a:solidFill>
                <a:srgbClr val="FBF4FF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41080" y="5760720"/>
            <a:ext cx="2578608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50" b="0" i="1">
                <a:solidFill>
                  <a:srgbClr val="E9DCFF"/>
                </a:solidFill>
                <a:latin typeface="Segoe UI"/>
              </a:rPr>
              <a:t>Source: [Source]</a:t>
            </a:r>
            <a:endParaRPr sz="950" b="0" i="1">
              <a:solidFill>
                <a:srgbClr val="E9DCFF"/>
              </a:solidFill>
              <a:latin typeface="Segoe UI"/>
            </a:endParaRP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15</a:t>
            </a:r>
          </a:p>
        </p:txBody>
      </p:sp>
      <p:sp>
        <p:nvSpPr>
          <p:cNvPr id="377" name="Footer brand">
            <a:extLst>
              <a:ext uri="{FF2B5EF4-FFF2-40B4-BE49-F238E27FC236}">
                <a16:creationId xmlns:a16="http://schemas.microsoft.com/office/drawing/2014/main" id="{B82CFC77-6E93-8D67-553B-933BB432258F}"/>
              </a:ext>
            </a:extLst>
          </p:cNvPr>
          <p:cNvSpPr/>
          <p:nvPr/>
        </p:nvSpPr>
        <p:spPr>
          <a:xfrm>
            <a:off x="777240" y="6437376"/>
            <a:ext cx="1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 b="1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CloudHour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03" name="Footer text">
            <a:extLst>
              <a:ext uri="{FF2B5EF4-FFF2-40B4-BE49-F238E27FC236}">
                <a16:creationId xmlns:a16="http://schemas.microsoft.com/office/drawing/2014/main" id="{E6C050D3-AE70-0B07-7048-4B660CCAEC02}"/>
              </a:ext>
            </a:extLst>
          </p:cNvPr>
          <p:cNvSpPr/>
          <p:nvPr/>
        </p:nvSpPr>
        <p:spPr>
          <a:xfrm>
            <a:off x="1617240" y="6437376"/>
            <a:ext cx="5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·   Microsoft EMS Community  ·  [Month Year]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4  ·  ROUND-TABLE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515600" cy="513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3500" b="1" i="0">
                <a:solidFill>
                  <a:srgbClr val="F5F2FC"/>
                </a:solidFill>
                <a:latin typeface="Segoe UI Semibold"/>
              </a:rPr>
              <a:t>Let us talk: [Topic 4 short name]</a:t>
            </a:r>
            <a:endParaRPr sz="3500" b="1" i="0">
              <a:solidFill>
                <a:srgbClr val="F5F2FC"/>
              </a:solidFill>
              <a:latin typeface="Segoe UI Semi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3504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2461381"/>
            <a:ext cx="325892" cy="3258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0784" y="2754774"/>
            <a:ext cx="3937863" cy="232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450" b="0" i="0">
                <a:solidFill>
                  <a:srgbClr val="F5F2FC"/>
                </a:solidFill>
                <a:latin typeface="Segoe UI"/>
              </a:rPr>
              <a:t>[Discussion question 1]</a:t>
            </a:r>
            <a:endParaRPr sz="1450" b="0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78727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9623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2461381"/>
            <a:ext cx="325892" cy="3258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6007" y="2754774"/>
            <a:ext cx="3937863" cy="232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450" b="0" i="0">
                <a:solidFill>
                  <a:srgbClr val="F5F2FC"/>
                </a:solidFill>
                <a:latin typeface="Segoe UI"/>
              </a:rPr>
              <a:t>[Discussion question 2]</a:t>
            </a:r>
            <a:endParaRPr sz="1450" b="0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03504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4345045"/>
            <a:ext cx="325892" cy="3258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00784" y="4638437"/>
            <a:ext cx="3937863" cy="232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450" b="0" i="0">
                <a:solidFill>
                  <a:srgbClr val="F5F2FC"/>
                </a:solidFill>
                <a:latin typeface="Segoe UI"/>
              </a:rPr>
              <a:t>[Discussion question 3]</a:t>
            </a:r>
            <a:endParaRPr sz="1450" b="0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78727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9623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4345045"/>
            <a:ext cx="325892" cy="3258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76007" y="4638437"/>
            <a:ext cx="3937863" cy="232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450" b="0" i="0">
                <a:solidFill>
                  <a:srgbClr val="F5F2FC"/>
                </a:solidFill>
                <a:latin typeface="Segoe UI"/>
              </a:rPr>
              <a:t>[Discussion question 4]</a:t>
            </a:r>
            <a:endParaRPr sz="1450" b="0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16</a:t>
            </a:r>
          </a:p>
        </p:txBody>
      </p:sp>
      <p:sp>
        <p:nvSpPr>
          <p:cNvPr id="430" name="Footer brand">
            <a:extLst>
              <a:ext uri="{FF2B5EF4-FFF2-40B4-BE49-F238E27FC236}">
                <a16:creationId xmlns:a16="http://schemas.microsoft.com/office/drawing/2014/main" id="{81A7B7EB-3D83-DD1E-2046-D01098C844F4}"/>
              </a:ext>
            </a:extLst>
          </p:cNvPr>
          <p:cNvSpPr/>
          <p:nvPr/>
        </p:nvSpPr>
        <p:spPr>
          <a:xfrm>
            <a:off x="777240" y="6437376"/>
            <a:ext cx="1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 b="1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CloudHour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58" name="Footer text">
            <a:extLst>
              <a:ext uri="{FF2B5EF4-FFF2-40B4-BE49-F238E27FC236}">
                <a16:creationId xmlns:a16="http://schemas.microsoft.com/office/drawing/2014/main" id="{66FB6574-9153-8310-219F-106A1B179BC9}"/>
              </a:ext>
            </a:extLst>
          </p:cNvPr>
          <p:cNvSpPr/>
          <p:nvPr/>
        </p:nvSpPr>
        <p:spPr>
          <a:xfrm>
            <a:off x="1617240" y="6437376"/>
            <a:ext cx="5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·   Microsoft EMS Community  ·  [Month Year]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i="0" spc="260">
                <a:solidFill>
                  <a:srgbClr val="22D3EE"/>
                </a:solidFill>
                <a:latin typeface="Consolas"/>
              </a:rPr>
              <a:t>TOPIC 5  ·  [WORKLOAD · AREA]</a:t>
            </a:r>
            <a:endParaRPr sz="1250" b="1" i="0" spc="260">
              <a:solidFill>
                <a:srgbClr val="22D3EE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7406640" cy="48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3300" b="1" i="0">
                <a:solidFill>
                  <a:srgbClr val="F5F2FC"/>
                </a:solidFill>
                <a:latin typeface="Segoe UI Semibold"/>
              </a:rPr>
              <a:t>[Topic 5 title]</a:t>
            </a:r>
            <a:endParaRPr sz="3300" b="1" i="0">
              <a:solidFill>
                <a:srgbClr val="F5F2FC"/>
              </a:solidFill>
              <a:latin typeface="Segoe UI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3504" y="1481328"/>
            <a:ext cx="74066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900" b="1" i="0">
                <a:solidFill>
                  <a:srgbClr val="22D3EE"/>
                </a:solidFill>
                <a:latin typeface="Segoe UI Semibold"/>
              </a:rPr>
              <a:t>[Topic 5 subtitle]</a:t>
            </a:r>
            <a:endParaRPr sz="1900" b="1" i="0">
              <a:solidFill>
                <a:srgbClr val="22D3EE"/>
              </a:solidFill>
              <a:latin typeface="Segoe UI Semibold"/>
            </a:endParaRPr>
          </a:p>
        </p:txBody>
      </p:sp>
      <p:sp>
        <p:nvSpPr>
          <p:cNvPr id="6" name="Oval 5"/>
          <p:cNvSpPr/>
          <p:nvPr/>
        </p:nvSpPr>
        <p:spPr>
          <a:xfrm>
            <a:off x="603504" y="2331720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468879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276856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1]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53312" y="2624327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1]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03504" y="3264408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401568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3209544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2]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53312" y="3557015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2]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03504" y="4197096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334256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3312" y="4142232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3]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53312" y="4489704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3]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03504" y="5129783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26694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5074920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4]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53312" y="5422392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4]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75320" y="2148840"/>
            <a:ext cx="3310128" cy="3886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3600000" scaled="1"/>
          </a:gradFill>
          <a:ln>
            <a:noFill/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2432304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5F2FC"/>
                </a:solidFill>
                <a:latin typeface="Consolas"/>
              </a:rPr>
              <a:t>DEADLINE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724912"/>
            <a:ext cx="1948354" cy="6924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000" b="1" i="0">
                <a:solidFill>
                  <a:srgbClr val="F5F2FC"/>
                </a:solidFill>
                <a:latin typeface="Segoe UI Semibold"/>
              </a:rPr>
              <a:t>[DATE]</a:t>
            </a:r>
            <a:endParaRPr sz="5000" b="1" i="0">
              <a:solidFill>
                <a:srgbClr val="F5F2FC"/>
              </a:solidFill>
              <a:latin typeface="Segoe UI Semibol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41080" y="3566160"/>
            <a:ext cx="2596896" cy="202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350" b="1" i="0">
                <a:solidFill>
                  <a:srgbClr val="F5F2FC"/>
                </a:solidFill>
                <a:latin typeface="Segoe UI"/>
              </a:rPr>
              <a:t>[Deadline summary]</a:t>
            </a:r>
            <a:endParaRPr sz="13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641080" y="4370832"/>
            <a:ext cx="2578608" cy="17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4498848"/>
            <a:ext cx="2578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F2E9FF"/>
                </a:solidFill>
                <a:latin typeface="Consolas"/>
              </a:rPr>
              <a:t>WHO IS AFFECTED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818888"/>
            <a:ext cx="2596896" cy="187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00" b="0" i="0">
                <a:solidFill>
                  <a:srgbClr val="FBF4FF"/>
                </a:solidFill>
                <a:latin typeface="Segoe UI"/>
              </a:rPr>
              <a:t>[Who is affected]</a:t>
            </a:r>
            <a:endParaRPr sz="1200" b="0" i="0">
              <a:solidFill>
                <a:srgbClr val="FBF4FF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41080" y="5760720"/>
            <a:ext cx="2578608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50" b="0" i="1">
                <a:solidFill>
                  <a:srgbClr val="E9DCFF"/>
                </a:solidFill>
                <a:latin typeface="Segoe UI"/>
              </a:rPr>
              <a:t>Source: [Source]</a:t>
            </a:r>
            <a:endParaRPr sz="950" b="0" i="1">
              <a:solidFill>
                <a:srgbClr val="E9DCFF"/>
              </a:solidFill>
              <a:latin typeface="Segoe UI"/>
            </a:endParaRP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17</a:t>
            </a:r>
          </a:p>
        </p:txBody>
      </p:sp>
      <p:sp>
        <p:nvSpPr>
          <p:cNvPr id="487" name="Footer brand">
            <a:extLst>
              <a:ext uri="{FF2B5EF4-FFF2-40B4-BE49-F238E27FC236}">
                <a16:creationId xmlns:a16="http://schemas.microsoft.com/office/drawing/2014/main" id="{86553F0A-35EB-9239-8A79-3ED62A64A939}"/>
              </a:ext>
            </a:extLst>
          </p:cNvPr>
          <p:cNvSpPr/>
          <p:nvPr/>
        </p:nvSpPr>
        <p:spPr>
          <a:xfrm>
            <a:off x="777240" y="6437376"/>
            <a:ext cx="1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 b="1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CloudHour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7" name="Footer text">
            <a:extLst>
              <a:ext uri="{FF2B5EF4-FFF2-40B4-BE49-F238E27FC236}">
                <a16:creationId xmlns:a16="http://schemas.microsoft.com/office/drawing/2014/main" id="{B8E8BB81-613A-D5C5-E846-69E2A9F314FB}"/>
              </a:ext>
            </a:extLst>
          </p:cNvPr>
          <p:cNvSpPr/>
          <p:nvPr/>
        </p:nvSpPr>
        <p:spPr>
          <a:xfrm>
            <a:off x="1617240" y="6437376"/>
            <a:ext cx="5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·   Microsoft EMS Community  ·  [Month Year]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5  ·  ROUND-TABLE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515600" cy="513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3500" b="1" i="0">
                <a:solidFill>
                  <a:srgbClr val="F5F2FC"/>
                </a:solidFill>
                <a:latin typeface="Segoe UI Semibold"/>
              </a:rPr>
              <a:t>Let us talk: [Topic 5 short name]</a:t>
            </a:r>
            <a:endParaRPr sz="3500" b="1" i="0">
              <a:solidFill>
                <a:srgbClr val="F5F2FC"/>
              </a:solidFill>
              <a:latin typeface="Segoe UI Semi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3504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2461381"/>
            <a:ext cx="325892" cy="3258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0784" y="2754774"/>
            <a:ext cx="3937863" cy="232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450" b="0" i="0">
                <a:solidFill>
                  <a:srgbClr val="F5F2FC"/>
                </a:solidFill>
                <a:latin typeface="Segoe UI"/>
              </a:rPr>
              <a:t>[Discussion question 1]</a:t>
            </a:r>
            <a:endParaRPr sz="1450" b="0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78727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9623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2461381"/>
            <a:ext cx="325892" cy="3258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6007" y="2754774"/>
            <a:ext cx="3937863" cy="232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450" b="0" i="0">
                <a:solidFill>
                  <a:srgbClr val="F5F2FC"/>
                </a:solidFill>
                <a:latin typeface="Segoe UI"/>
              </a:rPr>
              <a:t>[Discussion question 2]</a:t>
            </a:r>
            <a:endParaRPr sz="1450" b="0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03504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4345045"/>
            <a:ext cx="325892" cy="3258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00784" y="4638437"/>
            <a:ext cx="3937863" cy="232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450" b="0" i="0">
                <a:solidFill>
                  <a:srgbClr val="F5F2FC"/>
                </a:solidFill>
                <a:latin typeface="Segoe UI"/>
              </a:rPr>
              <a:t>[Discussion question 3]</a:t>
            </a:r>
            <a:endParaRPr sz="1450" b="0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78727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9623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4345045"/>
            <a:ext cx="325892" cy="3258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76007" y="4638437"/>
            <a:ext cx="3937863" cy="232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450" b="0" i="0">
                <a:solidFill>
                  <a:srgbClr val="F5F2FC"/>
                </a:solidFill>
                <a:latin typeface="Segoe UI"/>
              </a:rPr>
              <a:t>[Discussion question 4]</a:t>
            </a:r>
            <a:endParaRPr sz="1450" b="0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18</a:t>
            </a:r>
          </a:p>
        </p:txBody>
      </p:sp>
      <p:sp>
        <p:nvSpPr>
          <p:cNvPr id="548" name="Footer brand">
            <a:extLst>
              <a:ext uri="{FF2B5EF4-FFF2-40B4-BE49-F238E27FC236}">
                <a16:creationId xmlns:a16="http://schemas.microsoft.com/office/drawing/2014/main" id="{8D9A270A-00A8-77EC-A0CA-017DB5E24B7B}"/>
              </a:ext>
            </a:extLst>
          </p:cNvPr>
          <p:cNvSpPr/>
          <p:nvPr/>
        </p:nvSpPr>
        <p:spPr>
          <a:xfrm>
            <a:off x="777240" y="6437376"/>
            <a:ext cx="1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 b="1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CloudHour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0" name="Footer text">
            <a:extLst>
              <a:ext uri="{FF2B5EF4-FFF2-40B4-BE49-F238E27FC236}">
                <a16:creationId xmlns:a16="http://schemas.microsoft.com/office/drawing/2014/main" id="{F9B340B3-B684-E4E2-E9E1-E723E5DE0C4B}"/>
              </a:ext>
            </a:extLst>
          </p:cNvPr>
          <p:cNvSpPr/>
          <p:nvPr/>
        </p:nvSpPr>
        <p:spPr>
          <a:xfrm>
            <a:off x="1617240" y="6437376"/>
            <a:ext cx="5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·   Microsoft EMS Community  ·  [Month Year]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i="0" spc="260">
                <a:solidFill>
                  <a:srgbClr val="22D3EE"/>
                </a:solidFill>
                <a:latin typeface="Consolas"/>
              </a:rPr>
              <a:t>TOPIC 6  ·  [WORKLOAD · AREA]</a:t>
            </a:r>
            <a:endParaRPr sz="1250" b="1" i="0" spc="260">
              <a:solidFill>
                <a:srgbClr val="22D3EE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7406640" cy="48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3300" b="1" i="0">
                <a:solidFill>
                  <a:srgbClr val="F5F2FC"/>
                </a:solidFill>
                <a:latin typeface="Segoe UI Semibold"/>
              </a:rPr>
              <a:t>[Topic 6 title]</a:t>
            </a:r>
            <a:endParaRPr sz="3300" b="1" i="0">
              <a:solidFill>
                <a:srgbClr val="F5F2FC"/>
              </a:solidFill>
              <a:latin typeface="Segoe UI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3504" y="1481328"/>
            <a:ext cx="74066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900" b="1" i="0">
                <a:solidFill>
                  <a:srgbClr val="22D3EE"/>
                </a:solidFill>
                <a:latin typeface="Segoe UI Semibold"/>
              </a:rPr>
              <a:t>[Topic 6 subtitle]</a:t>
            </a:r>
            <a:endParaRPr sz="1900" b="1" i="0">
              <a:solidFill>
                <a:srgbClr val="22D3EE"/>
              </a:solidFill>
              <a:latin typeface="Segoe UI Semibold"/>
            </a:endParaRPr>
          </a:p>
        </p:txBody>
      </p:sp>
      <p:sp>
        <p:nvSpPr>
          <p:cNvPr id="6" name="Oval 5"/>
          <p:cNvSpPr/>
          <p:nvPr/>
        </p:nvSpPr>
        <p:spPr>
          <a:xfrm>
            <a:off x="603504" y="2331720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468879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276856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1]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53312" y="2624327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1]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03504" y="3264408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401568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3209544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2]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53312" y="3557015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2]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03504" y="4197096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334256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3312" y="4142232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3]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53312" y="4489704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3]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03504" y="5129783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26694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5074920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F5F2FC"/>
                </a:solidFill>
                <a:latin typeface="Segoe UI"/>
              </a:rPr>
              <a:t>[Heading 4]</a:t>
            </a:r>
            <a:endParaRPr sz="15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53312" y="5422392"/>
            <a:ext cx="6446520" cy="19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80" b="0" i="0">
                <a:solidFill>
                  <a:srgbClr val="B6AED2"/>
                </a:solidFill>
                <a:latin typeface="Segoe UI"/>
              </a:rPr>
              <a:t>[Text 4]</a:t>
            </a:r>
            <a:endParaRPr sz="1280" b="0" i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75320" y="2148840"/>
            <a:ext cx="3310128" cy="3886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3600000" scaled="1"/>
          </a:gradFill>
          <a:ln>
            <a:noFill/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2432304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5F2FC"/>
                </a:solidFill>
                <a:latin typeface="Consolas"/>
              </a:rPr>
              <a:t>DEADLINE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724912"/>
            <a:ext cx="1948354" cy="6924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000" b="1" i="0">
                <a:solidFill>
                  <a:srgbClr val="F5F2FC"/>
                </a:solidFill>
                <a:latin typeface="Segoe UI Semibold"/>
              </a:rPr>
              <a:t>[DATE]</a:t>
            </a:r>
            <a:endParaRPr sz="5000" b="1" i="0">
              <a:solidFill>
                <a:srgbClr val="F5F2FC"/>
              </a:solidFill>
              <a:latin typeface="Segoe UI Semibol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41080" y="3566160"/>
            <a:ext cx="2596896" cy="202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350" b="1" i="0">
                <a:solidFill>
                  <a:srgbClr val="F5F2FC"/>
                </a:solidFill>
                <a:latin typeface="Segoe UI"/>
              </a:rPr>
              <a:t>[Deadline summary]</a:t>
            </a:r>
            <a:endParaRPr sz="1350" b="1" i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641080" y="4370832"/>
            <a:ext cx="2578608" cy="17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4498848"/>
            <a:ext cx="2578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F2E9FF"/>
                </a:solidFill>
                <a:latin typeface="Consolas"/>
              </a:rPr>
              <a:t>WHO IS AFFECTED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818888"/>
            <a:ext cx="2596896" cy="187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00" b="0" i="0">
                <a:solidFill>
                  <a:srgbClr val="FBF4FF"/>
                </a:solidFill>
                <a:latin typeface="Segoe UI"/>
              </a:rPr>
              <a:t>[Who is affected]</a:t>
            </a:r>
            <a:endParaRPr sz="1200" b="0" i="0">
              <a:solidFill>
                <a:srgbClr val="FBF4FF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41080" y="5760720"/>
            <a:ext cx="2578608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50" b="0" i="1">
                <a:solidFill>
                  <a:srgbClr val="E9DCFF"/>
                </a:solidFill>
                <a:latin typeface="Segoe UI"/>
              </a:rPr>
              <a:t>Source: [Source]</a:t>
            </a:r>
            <a:endParaRPr sz="950" b="0" i="1">
              <a:solidFill>
                <a:srgbClr val="E9DCFF"/>
              </a:solidFill>
              <a:latin typeface="Segoe UI"/>
            </a:endParaRP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19</a:t>
            </a:r>
          </a:p>
        </p:txBody>
      </p:sp>
      <p:sp>
        <p:nvSpPr>
          <p:cNvPr id="613" name="Footer brand">
            <a:extLst>
              <a:ext uri="{FF2B5EF4-FFF2-40B4-BE49-F238E27FC236}">
                <a16:creationId xmlns:a16="http://schemas.microsoft.com/office/drawing/2014/main" id="{CF1F7ABA-69DC-231C-7B0F-29046C8AB1A3}"/>
              </a:ext>
            </a:extLst>
          </p:cNvPr>
          <p:cNvSpPr/>
          <p:nvPr/>
        </p:nvSpPr>
        <p:spPr>
          <a:xfrm>
            <a:off x="777240" y="6437376"/>
            <a:ext cx="1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 b="1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CloudHour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47" name="Footer text">
            <a:extLst>
              <a:ext uri="{FF2B5EF4-FFF2-40B4-BE49-F238E27FC236}">
                <a16:creationId xmlns:a16="http://schemas.microsoft.com/office/drawing/2014/main" id="{99CDB87F-3D6E-6F52-E78D-3F7ABB44073C}"/>
              </a:ext>
            </a:extLst>
          </p:cNvPr>
          <p:cNvSpPr/>
          <p:nvPr/>
        </p:nvSpPr>
        <p:spPr>
          <a:xfrm>
            <a:off x="1617240" y="6437376"/>
            <a:ext cx="5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·   Microsoft EMS Community  ·  [Month Year]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6  ·  COMMUNITY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789920" cy="469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3200" b="1" i="0">
                <a:solidFill>
                  <a:srgbClr val="F5F2FC"/>
                </a:solidFill>
                <a:latin typeface="Segoe UI Semibold"/>
              </a:rPr>
              <a:t>Quick quiz: [Quiz question]</a:t>
            </a:r>
            <a:endParaRPr sz="3200" b="1" i="0">
              <a:solidFill>
                <a:srgbClr val="F5F2FC"/>
              </a:solidFill>
              <a:latin typeface="Segoe UI Semi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3504" y="1783080"/>
            <a:ext cx="10984687" cy="1325880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4" y="3429000"/>
            <a:ext cx="3448202" cy="841248"/>
          </a:xfrm>
          <a:prstGeom prst="roundRect">
            <a:avLst>
              <a:gd name="adj" fmla="val 16000"/>
            </a:avLst>
          </a:prstGeom>
          <a:solidFill>
            <a:srgbClr val="211A40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3685032"/>
            <a:ext cx="329184" cy="329184"/>
          </a:xfrm>
          <a:prstGeom prst="ellipse">
            <a:avLst/>
          </a:prstGeom>
          <a:noFill/>
          <a:ln w="19050">
            <a:solidFill>
              <a:srgbClr val="8B8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71746" y="3429000"/>
            <a:ext cx="3448202" cy="841248"/>
          </a:xfrm>
          <a:prstGeom prst="roundRect">
            <a:avLst>
              <a:gd name="adj" fmla="val 16000"/>
            </a:avLst>
          </a:prstGeom>
          <a:solidFill>
            <a:srgbClr val="211A40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46066" y="3685032"/>
            <a:ext cx="329184" cy="329184"/>
          </a:xfrm>
          <a:prstGeom prst="ellipse">
            <a:avLst/>
          </a:prstGeom>
          <a:noFill/>
          <a:ln w="19050">
            <a:solidFill>
              <a:srgbClr val="8B8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39988" y="3429000"/>
            <a:ext cx="3448202" cy="841248"/>
          </a:xfrm>
          <a:prstGeom prst="roundRect">
            <a:avLst>
              <a:gd name="adj" fmla="val 16000"/>
            </a:avLst>
          </a:prstGeom>
          <a:solidFill>
            <a:srgbClr val="211A40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4308" y="3685032"/>
            <a:ext cx="329184" cy="329184"/>
          </a:xfrm>
          <a:prstGeom prst="ellipse">
            <a:avLst/>
          </a:prstGeom>
          <a:noFill/>
          <a:ln w="19050">
            <a:solidFill>
              <a:srgbClr val="8B8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03504" y="4434840"/>
            <a:ext cx="3448202" cy="841248"/>
          </a:xfrm>
          <a:prstGeom prst="roundRect">
            <a:avLst>
              <a:gd name="adj" fmla="val 16000"/>
            </a:avLst>
          </a:prstGeom>
          <a:solidFill>
            <a:srgbClr val="211A40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77824" y="4690872"/>
            <a:ext cx="329184" cy="329184"/>
          </a:xfrm>
          <a:prstGeom prst="ellipse">
            <a:avLst/>
          </a:prstGeom>
          <a:noFill/>
          <a:ln w="19050">
            <a:solidFill>
              <a:srgbClr val="8B8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371746" y="4434840"/>
            <a:ext cx="3448202" cy="841248"/>
          </a:xfrm>
          <a:prstGeom prst="roundRect">
            <a:avLst>
              <a:gd name="adj" fmla="val 16000"/>
            </a:avLst>
          </a:prstGeom>
          <a:solidFill>
            <a:srgbClr val="211A40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646066" y="4690872"/>
            <a:ext cx="329184" cy="329184"/>
          </a:xfrm>
          <a:prstGeom prst="ellipse">
            <a:avLst/>
          </a:prstGeom>
          <a:noFill/>
          <a:ln w="19050">
            <a:solidFill>
              <a:srgbClr val="8B8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9988" y="4434840"/>
            <a:ext cx="344820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B6AED2"/>
                </a:solidFill>
                <a:latin typeface="Segoe UI"/>
              </a:rPr>
              <a:t>Vote in chat, then we talk it through. Answer is in the notes.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20</a:t>
            </a:r>
          </a:p>
        </p:txBody>
      </p:sp>
      <p:sp>
        <p:nvSpPr>
          <p:cNvPr id="682" name="Footer brand">
            <a:extLst>
              <a:ext uri="{FF2B5EF4-FFF2-40B4-BE49-F238E27FC236}">
                <a16:creationId xmlns:a16="http://schemas.microsoft.com/office/drawing/2014/main" id="{02757C24-FBB4-6817-BBBE-50CD379D2C6A}"/>
              </a:ext>
            </a:extLst>
          </p:cNvPr>
          <p:cNvSpPr/>
          <p:nvPr/>
        </p:nvSpPr>
        <p:spPr>
          <a:xfrm>
            <a:off x="777240" y="6437376"/>
            <a:ext cx="1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 b="1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CloudHour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8" name="Footer text">
            <a:extLst>
              <a:ext uri="{FF2B5EF4-FFF2-40B4-BE49-F238E27FC236}">
                <a16:creationId xmlns:a16="http://schemas.microsoft.com/office/drawing/2014/main" id="{8385828B-6779-D251-8E78-E5B18D0FF005}"/>
              </a:ext>
            </a:extLst>
          </p:cNvPr>
          <p:cNvSpPr/>
          <p:nvPr/>
        </p:nvSpPr>
        <p:spPr>
          <a:xfrm>
            <a:off x="1617240" y="6437376"/>
            <a:ext cx="5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·   Microsoft EMS Community  ·  [Month Year]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03" name="Quiz question">
            <a:extLst>
              <a:ext uri="{FF2B5EF4-FFF2-40B4-BE49-F238E27FC236}">
                <a16:creationId xmlns:a16="http://schemas.microsoft.com/office/drawing/2014/main" id="{79CEF7D1-5082-F139-A5F8-FCF3507956C6}"/>
              </a:ext>
            </a:extLst>
          </p:cNvPr>
          <p:cNvSpPr/>
          <p:nvPr/>
        </p:nvSpPr>
        <p:spPr>
          <a:xfrm>
            <a:off x="969264" y="1783080"/>
            <a:ext cx="10253167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000">
                <a:solidFill>
                  <a:srgbClr val="F5F2FC"/>
                </a:solidFill>
                <a:effectLst/>
                <a:latin typeface="Segoe UI" panose="020B0502040204020203" pitchFamily="34" charset="0"/>
              </a:rPr>
              <a:t>[Question scenario or full question text]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08" name="Answer A">
            <a:extLst>
              <a:ext uri="{FF2B5EF4-FFF2-40B4-BE49-F238E27FC236}">
                <a16:creationId xmlns:a16="http://schemas.microsoft.com/office/drawing/2014/main" id="{DC845E66-F249-0A98-B57D-DD1A38F345EB}"/>
              </a:ext>
            </a:extLst>
          </p:cNvPr>
          <p:cNvSpPr/>
          <p:nvPr/>
        </p:nvSpPr>
        <p:spPr>
          <a:xfrm>
            <a:off x="1426464" y="3429000"/>
            <a:ext cx="2442362" cy="8412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F5F2FC"/>
                </a:solidFill>
                <a:effectLst/>
                <a:latin typeface="Segoe UI" panose="020B0502040204020203" pitchFamily="34" charset="0"/>
              </a:rPr>
              <a:t>[Answer A]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14" name="Answer B">
            <a:extLst>
              <a:ext uri="{FF2B5EF4-FFF2-40B4-BE49-F238E27FC236}">
                <a16:creationId xmlns:a16="http://schemas.microsoft.com/office/drawing/2014/main" id="{1EBEB201-3628-3520-A241-196A9113E859}"/>
              </a:ext>
            </a:extLst>
          </p:cNvPr>
          <p:cNvSpPr/>
          <p:nvPr/>
        </p:nvSpPr>
        <p:spPr>
          <a:xfrm>
            <a:off x="5194706" y="3429000"/>
            <a:ext cx="2442362" cy="8412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F5F2FC"/>
                </a:solidFill>
                <a:effectLst/>
                <a:latin typeface="Segoe UI" panose="020B0502040204020203" pitchFamily="34" charset="0"/>
              </a:rPr>
              <a:t>[Answer B]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21" name="Answer C">
            <a:extLst>
              <a:ext uri="{FF2B5EF4-FFF2-40B4-BE49-F238E27FC236}">
                <a16:creationId xmlns:a16="http://schemas.microsoft.com/office/drawing/2014/main" id="{3D1A5F23-107A-3B17-896F-8321A14EA0A9}"/>
              </a:ext>
            </a:extLst>
          </p:cNvPr>
          <p:cNvSpPr/>
          <p:nvPr/>
        </p:nvSpPr>
        <p:spPr>
          <a:xfrm>
            <a:off x="8962948" y="3429000"/>
            <a:ext cx="2442362" cy="8412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F5F2FC"/>
                </a:solidFill>
                <a:effectLst/>
                <a:latin typeface="Segoe UI" panose="020B0502040204020203" pitchFamily="34" charset="0"/>
              </a:rPr>
              <a:t>[Answer C]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29" name="Answer D">
            <a:extLst>
              <a:ext uri="{FF2B5EF4-FFF2-40B4-BE49-F238E27FC236}">
                <a16:creationId xmlns:a16="http://schemas.microsoft.com/office/drawing/2014/main" id="{6F022186-8E9C-DBF4-52E5-554CF46E16E3}"/>
              </a:ext>
            </a:extLst>
          </p:cNvPr>
          <p:cNvSpPr/>
          <p:nvPr/>
        </p:nvSpPr>
        <p:spPr>
          <a:xfrm>
            <a:off x="1426464" y="4434840"/>
            <a:ext cx="2442362" cy="8412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F5F2FC"/>
                </a:solidFill>
                <a:effectLst/>
                <a:latin typeface="Segoe UI" panose="020B0502040204020203" pitchFamily="34" charset="0"/>
              </a:rPr>
              <a:t>[Answer D]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38" name="Answer E">
            <a:extLst>
              <a:ext uri="{FF2B5EF4-FFF2-40B4-BE49-F238E27FC236}">
                <a16:creationId xmlns:a16="http://schemas.microsoft.com/office/drawing/2014/main" id="{C8678849-D754-1385-5ED3-C28D2D218655}"/>
              </a:ext>
            </a:extLst>
          </p:cNvPr>
          <p:cNvSpPr/>
          <p:nvPr/>
        </p:nvSpPr>
        <p:spPr>
          <a:xfrm>
            <a:off x="5194706" y="4434840"/>
            <a:ext cx="2442362" cy="8412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F5F2FC"/>
                </a:solidFill>
                <a:effectLst/>
                <a:latin typeface="Segoe UI" panose="020B0502040204020203" pitchFamily="34" charset="0"/>
              </a:rPr>
              <a:t>[Answer E]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OPEN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6766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5F2FC"/>
                </a:solidFill>
                <a:latin typeface="Segoe UI Semibold"/>
              </a:rPr>
              <a:t>Topic from the crowd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783080"/>
            <a:ext cx="60350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B6AED2"/>
                </a:solidFill>
                <a:latin typeface="Segoe UI"/>
              </a:rPr>
              <a:t>Your turn.
What is eating your week, what broke this month, and what do you want next month CloudHour to dig into?</a:t>
            </a:r>
          </a:p>
        </p:txBody>
      </p:sp>
      <p:sp>
        <p:nvSpPr>
          <p:cNvPr id="6" name="Oval 5"/>
          <p:cNvSpPr/>
          <p:nvPr/>
        </p:nvSpPr>
        <p:spPr>
          <a:xfrm>
            <a:off x="603504" y="3703320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822191"/>
            <a:ext cx="219456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666744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5F2FC"/>
                </a:solidFill>
                <a:latin typeface="Segoe UI"/>
              </a:rPr>
              <a:t>What is your biggest EMS headache right now?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361688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480559"/>
            <a:ext cx="219456" cy="219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61872" y="4325112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5F2FC"/>
                </a:solidFill>
                <a:latin typeface="Segoe UI"/>
              </a:rPr>
              <a:t>A win worth sharing with the room?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" y="5020056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5138928"/>
            <a:ext cx="219456" cy="2194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61872" y="498348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5F2FC"/>
                </a:solidFill>
                <a:latin typeface="Segoe UI"/>
              </a:rPr>
              <a:t>A topic for next month?</a:t>
            </a:r>
          </a:p>
        </p:txBody>
      </p:sp>
      <p:pic>
        <p:nvPicPr>
          <p:cNvPr id="15" name="Picture 14" descr="image16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783080"/>
            <a:ext cx="4297680" cy="2864421"/>
          </a:xfrm>
          <a:prstGeom prst="roundRect">
            <a:avLst>
              <a:gd name="adj" fmla="val 6000"/>
            </a:avLst>
          </a:prstGeom>
          <a:ln w="15875">
            <a:solidFill>
              <a:srgbClr val="342B5E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7315200" y="55321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1">
                <a:solidFill>
                  <a:srgbClr val="8B83A8"/>
                </a:solidFill>
                <a:latin typeface="Segoe UI"/>
              </a:rPr>
              <a:t>The floor is yours. Unmute and go.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21</a:t>
            </a:r>
          </a:p>
        </p:txBody>
      </p:sp>
      <p:sp>
        <p:nvSpPr>
          <p:cNvPr id="755" name="Footer brand">
            <a:extLst>
              <a:ext uri="{FF2B5EF4-FFF2-40B4-BE49-F238E27FC236}">
                <a16:creationId xmlns:a16="http://schemas.microsoft.com/office/drawing/2014/main" id="{93AA6721-FCDF-D680-496D-F420691BB69B}"/>
              </a:ext>
            </a:extLst>
          </p:cNvPr>
          <p:cNvSpPr/>
          <p:nvPr/>
        </p:nvSpPr>
        <p:spPr>
          <a:xfrm>
            <a:off x="777240" y="6437376"/>
            <a:ext cx="1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 b="1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CloudHour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93" name="Footer text">
            <a:extLst>
              <a:ext uri="{FF2B5EF4-FFF2-40B4-BE49-F238E27FC236}">
                <a16:creationId xmlns:a16="http://schemas.microsoft.com/office/drawing/2014/main" id="{EBB7EEB4-9C5C-FD99-26C7-BD54405122A7}"/>
              </a:ext>
            </a:extLst>
          </p:cNvPr>
          <p:cNvSpPr/>
          <p:nvPr/>
        </p:nvSpPr>
        <p:spPr>
          <a:xfrm>
            <a:off x="1617240" y="6437376"/>
            <a:ext cx="500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950">
                <a:solidFill>
                  <a:srgbClr val="8B83A8"/>
                </a:solidFill>
                <a:effectLst/>
                <a:latin typeface="Segoe UI" panose="020B0502040204020203" pitchFamily="34" charset="0"/>
              </a:rPr>
              <a:t>·   Microsoft EMS Community  ·  [Month Year]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4864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26464" y="603504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260">
                <a:solidFill>
                  <a:srgbClr val="F5F2FC"/>
                </a:solidFill>
                <a:latin typeface="Consolas"/>
              </a:rPr>
              <a:t>MICROSOFT EMS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28600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0" b="1" i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3749039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F5F2FC"/>
                </a:solidFill>
                <a:latin typeface="Segoe UI"/>
              </a:rPr>
              <a:t>for joining CloudHour. See you next month, and bring a colleague.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4754880"/>
            <a:ext cx="320040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473659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100">
                <a:solidFill>
                  <a:srgbClr val="F5F2FC"/>
                </a:solidFill>
                <a:latin typeface="Consolas"/>
              </a:rPr>
              <a:t>aka.ms/M365EMSDiscord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32504" y="4754880"/>
            <a:ext cx="237744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32504" y="473659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100">
                <a:solidFill>
                  <a:srgbClr val="F5F2FC"/>
                </a:solidFill>
                <a:latin typeface="Consolas"/>
              </a:rPr>
              <a:t>msems.community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126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8B83A8"/>
                </a:solidFill>
                <a:latin typeface="Segoe UI"/>
              </a:rPr>
              <a:t>Independent and community-run. Not affiliated with, endorsed by, or sponsored by Microsoft. Product names are trademarks of the Microsoft group of companies.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7ccd671-1faa-41f2-bed6-f9cf2af88632}" enabled="0" method="" siteId="{77ccd671-1faa-41f2-bed6-f9cf2af88632}" removed="1"/>
  <clbl:label id="{defa4170-0d19-0005-0003-bc88714345d2}" enabled="1" method="Standard" siteId="{070b4049-26e7-41a4-ab19-a71b3bae9c7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24</Slides>
  <Notes>17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revision>1</cp:revision>
  <dcterms:created xsi:type="dcterms:W3CDTF">2013-01-27T09:14:16Z</dcterms:created>
  <dcterms:modified xsi:type="dcterms:W3CDTF">2026-10-31T14:00:07Z</dcterms:modified>
  <cp:category/>
</cp:coreProperties>
</file>