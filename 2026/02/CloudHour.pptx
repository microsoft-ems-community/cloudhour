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4"/>
  </p:sldMasterIdLst>
  <p:notesMasterIdLst>
    <p:notesMasterId r:id="rId24"/>
  </p:notesMasterIdLst>
  <p:sldIdLst>
    <p:sldId id="256" r:id="rId5"/>
    <p:sldId id="257" r:id="rId6"/>
    <p:sldId id="279" r:id="rId7"/>
    <p:sldId id="269" r:id="rId8"/>
    <p:sldId id="274" r:id="rId9"/>
    <p:sldId id="271" r:id="rId10"/>
    <p:sldId id="272" r:id="rId11"/>
    <p:sldId id="258" r:id="rId12"/>
    <p:sldId id="259" r:id="rId13"/>
    <p:sldId id="275" r:id="rId14"/>
    <p:sldId id="276" r:id="rId15"/>
    <p:sldId id="260" r:id="rId16"/>
    <p:sldId id="261" r:id="rId17"/>
    <p:sldId id="278" r:id="rId18"/>
    <p:sldId id="264" r:id="rId19"/>
    <p:sldId id="266" r:id="rId20"/>
    <p:sldId id="277" r:id="rId21"/>
    <p:sldId id="270" r:id="rId22"/>
    <p:sldId id="263" r:id="rId23"/>
  </p:sldIdLst>
  <p:sldSz cx="18288000" cy="10287000"/>
  <p:notesSz cx="6858000" cy="9144000"/>
  <p:embeddedFontLst>
    <p:embeddedFont>
      <p:font typeface="League Spartan" panose="020B0604020202020204" charset="0"/>
      <p:regular r:id="rId25"/>
    </p:embeddedFont>
    <p:embeddedFont>
      <p:font typeface="Poppins" panose="00000500000000000000" pitchFamily="2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boto Bold" panose="02000000000000000000" pitchFamily="2" charset="0"/>
      <p:regular r:id="rId34"/>
      <p:bold r:id="rId3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A6D9A-4588-4BD1-BF75-03A6A6F0EE56}" v="533" dt="2026-02-03T22:24:23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2886" autoAdjust="0"/>
  </p:normalViewPr>
  <p:slideViewPr>
    <p:cSldViewPr>
      <p:cViewPr varScale="1">
        <p:scale>
          <a:sx n="62" d="100"/>
          <a:sy n="62" d="100"/>
        </p:scale>
        <p:origin x="850" y="2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2.fntdata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font" Target="fonts/font10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5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4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Bøgvad" userId="2641f3a2fea4df1c" providerId="LiveId" clId="{A78CD63F-0891-40C3-97BE-8BF45596D16B}"/>
    <pc:docChg chg="undo custSel addSld delSld modSld sldOrd">
      <pc:chgData name="Jonas Bøgvad" userId="2641f3a2fea4df1c" providerId="LiveId" clId="{A78CD63F-0891-40C3-97BE-8BF45596D16B}" dt="2026-02-03T22:26:24.462" v="1933" actId="122"/>
      <pc:docMkLst>
        <pc:docMk/>
      </pc:docMkLst>
      <pc:sldChg chg="modSp mod ord">
        <pc:chgData name="Jonas Bøgvad" userId="2641f3a2fea4df1c" providerId="LiveId" clId="{A78CD63F-0891-40C3-97BE-8BF45596D16B}" dt="2026-02-03T19:27:53.009" v="379"/>
        <pc:sldMkLst>
          <pc:docMk/>
          <pc:sldMk cId="0" sldId="257"/>
        </pc:sldMkLst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3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6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7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10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16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00.940" v="33" actId="2711"/>
          <ac:spMkLst>
            <pc:docMk/>
            <pc:sldMk cId="0" sldId="257"/>
            <ac:spMk id="17" creationId="{00000000-0000-0000-0000-000000000000}"/>
          </ac:spMkLst>
        </pc:spChg>
      </pc:sldChg>
      <pc:sldChg chg="modSp mod">
        <pc:chgData name="Jonas Bøgvad" userId="2641f3a2fea4df1c" providerId="LiveId" clId="{A78CD63F-0891-40C3-97BE-8BF45596D16B}" dt="2026-02-03T19:16:56.370" v="32" actId="2711"/>
        <pc:sldMkLst>
          <pc:docMk/>
          <pc:sldMk cId="0" sldId="258"/>
        </pc:sldMkLst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3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4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6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7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12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17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18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19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6.370" v="32" actId="2711"/>
          <ac:spMkLst>
            <pc:docMk/>
            <pc:sldMk cId="0" sldId="258"/>
            <ac:spMk id="20" creationId="{00000000-0000-0000-0000-000000000000}"/>
          </ac:spMkLst>
        </pc:spChg>
      </pc:sldChg>
      <pc:sldChg chg="delSp modSp mod delAnim modAnim modNotesTx">
        <pc:chgData name="Jonas Bøgvad" userId="2641f3a2fea4df1c" providerId="LiveId" clId="{A78CD63F-0891-40C3-97BE-8BF45596D16B}" dt="2026-02-03T20:56:11.697" v="1286" actId="1076"/>
        <pc:sldMkLst>
          <pc:docMk/>
          <pc:sldMk cId="0" sldId="259"/>
        </pc:sldMkLst>
        <pc:spChg chg="mod">
          <ac:chgData name="Jonas Bøgvad" userId="2641f3a2fea4df1c" providerId="LiveId" clId="{A78CD63F-0891-40C3-97BE-8BF45596D16B}" dt="2026-02-03T19:16:51.244" v="31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6:51.244" v="31" actId="2711"/>
          <ac:spMkLst>
            <pc:docMk/>
            <pc:sldMk cId="0" sldId="259"/>
            <ac:spMk id="8" creationId="{00000000-0000-0000-0000-000000000000}"/>
          </ac:spMkLst>
        </pc:spChg>
        <pc:spChg chg="mod">
          <ac:chgData name="Jonas Bøgvad" userId="2641f3a2fea4df1c" providerId="LiveId" clId="{A78CD63F-0891-40C3-97BE-8BF45596D16B}" dt="2026-02-03T20:56:08.284" v="1285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Jonas Bøgvad" userId="2641f3a2fea4df1c" providerId="LiveId" clId="{A78CD63F-0891-40C3-97BE-8BF45596D16B}" dt="2026-02-03T20:56:08.284" v="1285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onas Bøgvad" userId="2641f3a2fea4df1c" providerId="LiveId" clId="{A78CD63F-0891-40C3-97BE-8BF45596D16B}" dt="2026-02-03T20:55:49.960" v="1281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onas Bøgvad" userId="2641f3a2fea4df1c" providerId="LiveId" clId="{A78CD63F-0891-40C3-97BE-8BF45596D16B}" dt="2026-02-03T20:55:49.960" v="1281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onas Bøgvad" userId="2641f3a2fea4df1c" providerId="LiveId" clId="{A78CD63F-0891-40C3-97BE-8BF45596D16B}" dt="2026-02-03T20:55:54.746" v="1282" actId="1076"/>
          <ac:spMkLst>
            <pc:docMk/>
            <pc:sldMk cId="0" sldId="259"/>
            <ac:spMk id="13" creationId="{00000000-0000-0000-0000-000000000000}"/>
          </ac:spMkLst>
        </pc:spChg>
        <pc:spChg chg="del mod">
          <ac:chgData name="Jonas Bøgvad" userId="2641f3a2fea4df1c" providerId="LiveId" clId="{A78CD63F-0891-40C3-97BE-8BF45596D16B}" dt="2026-02-03T20:55:30.762" v="1275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onas Bøgvad" userId="2641f3a2fea4df1c" providerId="LiveId" clId="{A78CD63F-0891-40C3-97BE-8BF45596D16B}" dt="2026-02-03T20:55:54.746" v="1282" actId="1076"/>
          <ac:spMkLst>
            <pc:docMk/>
            <pc:sldMk cId="0" sldId="259"/>
            <ac:spMk id="20" creationId="{8CEB9108-2C68-E41B-A02F-0A471CF574EA}"/>
          </ac:spMkLst>
        </pc:spChg>
        <pc:spChg chg="mod">
          <ac:chgData name="Jonas Bøgvad" userId="2641f3a2fea4df1c" providerId="LiveId" clId="{A78CD63F-0891-40C3-97BE-8BF45596D16B}" dt="2026-02-03T20:56:11.697" v="1286" actId="1076"/>
          <ac:spMkLst>
            <pc:docMk/>
            <pc:sldMk cId="0" sldId="259"/>
            <ac:spMk id="24" creationId="{731172E6-11BA-17DE-8DBA-638AE44606FC}"/>
          </ac:spMkLst>
        </pc:spChg>
        <pc:spChg chg="mod">
          <ac:chgData name="Jonas Bøgvad" userId="2641f3a2fea4df1c" providerId="LiveId" clId="{A78CD63F-0891-40C3-97BE-8BF45596D16B}" dt="2026-02-03T20:56:11.697" v="1286" actId="1076"/>
          <ac:spMkLst>
            <pc:docMk/>
            <pc:sldMk cId="0" sldId="259"/>
            <ac:spMk id="27" creationId="{730BE23C-26BD-B248-3A9A-C83501D58314}"/>
          </ac:spMkLst>
        </pc:spChg>
        <pc:spChg chg="del mod">
          <ac:chgData name="Jonas Bøgvad" userId="2641f3a2fea4df1c" providerId="LiveId" clId="{A78CD63F-0891-40C3-97BE-8BF45596D16B}" dt="2026-02-03T20:55:30.764" v="1277"/>
          <ac:spMkLst>
            <pc:docMk/>
            <pc:sldMk cId="0" sldId="259"/>
            <ac:spMk id="30" creationId="{7CEA3663-137E-59EC-91CD-D854C7EEDFEA}"/>
          </ac:spMkLst>
        </pc:spChg>
        <pc:spChg chg="mod">
          <ac:chgData name="Jonas Bøgvad" userId="2641f3a2fea4df1c" providerId="LiveId" clId="{A78CD63F-0891-40C3-97BE-8BF45596D16B}" dt="2026-02-03T20:56:01.931" v="1284" actId="1076"/>
          <ac:spMkLst>
            <pc:docMk/>
            <pc:sldMk cId="0" sldId="259"/>
            <ac:spMk id="33" creationId="{CC09D592-6C32-9F26-77AA-EA0F8FCFE428}"/>
          </ac:spMkLst>
        </pc:spChg>
      </pc:sldChg>
      <pc:sldChg chg="modSp mod">
        <pc:chgData name="Jonas Bøgvad" userId="2641f3a2fea4df1c" providerId="LiveId" clId="{A78CD63F-0891-40C3-97BE-8BF45596D16B}" dt="2026-02-03T19:17:11.920" v="34" actId="2711"/>
        <pc:sldMkLst>
          <pc:docMk/>
          <pc:sldMk cId="0" sldId="260"/>
        </pc:sldMkLst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4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16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7:11.920" v="34" actId="2711"/>
          <ac:spMkLst>
            <pc:docMk/>
            <pc:sldMk cId="0" sldId="260"/>
            <ac:spMk id="19" creationId="{00000000-0000-0000-0000-000000000000}"/>
          </ac:spMkLst>
        </pc:spChg>
      </pc:sldChg>
      <pc:sldChg chg="modSp mod">
        <pc:chgData name="Jonas Bøgvad" userId="2641f3a2fea4df1c" providerId="LiveId" clId="{A78CD63F-0891-40C3-97BE-8BF45596D16B}" dt="2026-02-03T20:36:13.942" v="1265" actId="20577"/>
        <pc:sldMkLst>
          <pc:docMk/>
          <pc:sldMk cId="0" sldId="261"/>
        </pc:sldMkLst>
        <pc:spChg chg="mod">
          <ac:chgData name="Jonas Bøgvad" userId="2641f3a2fea4df1c" providerId="LiveId" clId="{A78CD63F-0891-40C3-97BE-8BF45596D16B}" dt="2026-02-03T19:19:32.354" v="84" actId="2711"/>
          <ac:spMkLst>
            <pc:docMk/>
            <pc:sldMk cId="0" sldId="261"/>
            <ac:spMk id="3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9:32.354" v="84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9:39.770" v="90" actId="403"/>
          <ac:spMkLst>
            <pc:docMk/>
            <pc:sldMk cId="0" sldId="261"/>
            <ac:spMk id="6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9:32.354" v="84" actId="2711"/>
          <ac:spMkLst>
            <pc:docMk/>
            <pc:sldMk cId="0" sldId="261"/>
            <ac:spMk id="7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9:32.354" v="84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20:54.209" v="178" actId="40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9:32.354" v="84" actId="2711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onas Bøgvad" userId="2641f3a2fea4df1c" providerId="LiveId" clId="{A78CD63F-0891-40C3-97BE-8BF45596D16B}" dt="2026-02-03T20:36:13.942" v="1265" actId="20577"/>
          <ac:spMkLst>
            <pc:docMk/>
            <pc:sldMk cId="0" sldId="261"/>
            <ac:spMk id="13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9:32.354" v="84" actId="2711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20:50.237" v="177" actId="122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onas Bøgvad" userId="2641f3a2fea4df1c" providerId="LiveId" clId="{A78CD63F-0891-40C3-97BE-8BF45596D16B}" dt="2026-02-03T19:19:32.354" v="84" actId="2711"/>
          <ac:spMkLst>
            <pc:docMk/>
            <pc:sldMk cId="0" sldId="261"/>
            <ac:spMk id="17" creationId="{00000000-0000-0000-0000-000000000000}"/>
          </ac:spMkLst>
        </pc:spChg>
      </pc:sldChg>
      <pc:sldChg chg="modSp mod">
        <pc:chgData name="Jonas Bøgvad" userId="2641f3a2fea4df1c" providerId="LiveId" clId="{A78CD63F-0891-40C3-97BE-8BF45596D16B}" dt="2026-02-03T19:16:04.724" v="22" actId="2711"/>
        <pc:sldMkLst>
          <pc:docMk/>
          <pc:sldMk cId="0" sldId="263"/>
        </pc:sldMkLst>
        <pc:spChg chg="mod">
          <ac:chgData name="Jonas Bøgvad" userId="2641f3a2fea4df1c" providerId="LiveId" clId="{A78CD63F-0891-40C3-97BE-8BF45596D16B}" dt="2026-02-03T19:16:04.724" v="22" actId="2711"/>
          <ac:spMkLst>
            <pc:docMk/>
            <pc:sldMk cId="0" sldId="263"/>
            <ac:spMk id="3" creationId="{00000000-0000-0000-0000-000000000000}"/>
          </ac:spMkLst>
        </pc:spChg>
      </pc:sldChg>
      <pc:sldChg chg="addSp delSp modSp mod modClrScheme chgLayout">
        <pc:chgData name="Jonas Bøgvad" userId="2641f3a2fea4df1c" providerId="LiveId" clId="{A78CD63F-0891-40C3-97BE-8BF45596D16B}" dt="2026-02-03T22:18:15.105" v="1706" actId="20577"/>
        <pc:sldMkLst>
          <pc:docMk/>
          <pc:sldMk cId="3825788893" sldId="264"/>
        </pc:sldMkLst>
        <pc:spChg chg="mod ord">
          <ac:chgData name="Jonas Bøgvad" userId="2641f3a2fea4df1c" providerId="LiveId" clId="{A78CD63F-0891-40C3-97BE-8BF45596D16B}" dt="2026-02-03T21:47:37.522" v="1683" actId="26606"/>
          <ac:spMkLst>
            <pc:docMk/>
            <pc:sldMk cId="3825788893" sldId="264"/>
            <ac:spMk id="2" creationId="{4FC353BB-0F67-56FA-263C-8CEE7B66D52E}"/>
          </ac:spMkLst>
        </pc:spChg>
        <pc:spChg chg="add mod ord">
          <ac:chgData name="Jonas Bøgvad" userId="2641f3a2fea4df1c" providerId="LiveId" clId="{A78CD63F-0891-40C3-97BE-8BF45596D16B}" dt="2026-02-03T22:18:15.105" v="1706" actId="20577"/>
          <ac:spMkLst>
            <pc:docMk/>
            <pc:sldMk cId="3825788893" sldId="264"/>
            <ac:spMk id="3" creationId="{F930FB59-421C-B9CE-F7BE-23985579C588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3825788893" sldId="264"/>
            <ac:spMk id="4" creationId="{140381CE-6F1F-C64C-5D87-EC7F0640679C}"/>
          </ac:spMkLst>
        </pc:spChg>
        <pc:spChg chg="add">
          <ac:chgData name="Jonas Bøgvad" userId="2641f3a2fea4df1c" providerId="LiveId" clId="{A78CD63F-0891-40C3-97BE-8BF45596D16B}" dt="2026-02-03T21:47:23.655" v="1681"/>
          <ac:spMkLst>
            <pc:docMk/>
            <pc:sldMk cId="3825788893" sldId="264"/>
            <ac:spMk id="5" creationId="{DB805C50-B8F0-86FE-859A-F0746810F87F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3825788893" sldId="264"/>
            <ac:spMk id="6" creationId="{052874FD-D096-DA66-55BB-9FA309F64B45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3825788893" sldId="264"/>
            <ac:spMk id="8" creationId="{DDD3484A-AE26-C71B-0E33-56EDA533ADDB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3825788893" sldId="264"/>
            <ac:spMk id="10" creationId="{9CECAB12-059E-1008-18A3-7B2A781F5F82}"/>
          </ac:spMkLst>
        </pc:spChg>
        <pc:spChg chg="del mod">
          <ac:chgData name="Jonas Bøgvad" userId="2641f3a2fea4df1c" providerId="LiveId" clId="{A78CD63F-0891-40C3-97BE-8BF45596D16B}" dt="2026-02-03T20:56:34.292" v="1288" actId="478"/>
          <ac:spMkLst>
            <pc:docMk/>
            <pc:sldMk cId="3825788893" sldId="264"/>
            <ac:spMk id="14" creationId="{2CF959BA-40E1-9C6A-70F0-71B92BD05386}"/>
          </ac:spMkLst>
        </pc:spChg>
        <pc:spChg chg="del mod">
          <ac:chgData name="Jonas Bøgvad" userId="2641f3a2fea4df1c" providerId="LiveId" clId="{A78CD63F-0891-40C3-97BE-8BF45596D16B}" dt="2026-02-03T20:56:31.860" v="1287" actId="478"/>
          <ac:spMkLst>
            <pc:docMk/>
            <pc:sldMk cId="3825788893" sldId="264"/>
            <ac:spMk id="16" creationId="{77AF9780-04E0-54A8-E649-9653BDCA98A0}"/>
          </ac:spMkLst>
        </pc:spChg>
        <pc:picChg chg="add mod ord">
          <ac:chgData name="Jonas Bøgvad" userId="2641f3a2fea4df1c" providerId="LiveId" clId="{A78CD63F-0891-40C3-97BE-8BF45596D16B}" dt="2026-02-03T21:47:58.077" v="1684" actId="1076"/>
          <ac:picMkLst>
            <pc:docMk/>
            <pc:sldMk cId="3825788893" sldId="264"/>
            <ac:picMk id="9" creationId="{EC178A1D-4529-39CF-6877-9130571A4FF8}"/>
          </ac:picMkLst>
        </pc:picChg>
      </pc:sldChg>
      <pc:sldChg chg="addSp delSp modSp mod modClrScheme chgLayout">
        <pc:chgData name="Jonas Bøgvad" userId="2641f3a2fea4df1c" providerId="LiveId" clId="{A78CD63F-0891-40C3-97BE-8BF45596D16B}" dt="2026-02-03T22:07:47.478" v="1697"/>
        <pc:sldMkLst>
          <pc:docMk/>
          <pc:sldMk cId="2280803681" sldId="266"/>
        </pc:sldMkLst>
        <pc:spChg chg="del mod">
          <ac:chgData name="Jonas Bøgvad" userId="2641f3a2fea4df1c" providerId="LiveId" clId="{A78CD63F-0891-40C3-97BE-8BF45596D16B}" dt="2026-02-03T20:54:53.647" v="1267" actId="478"/>
          <ac:spMkLst>
            <pc:docMk/>
            <pc:sldMk cId="2280803681" sldId="266"/>
            <ac:spMk id="2" creationId="{43B38B23-F37E-088A-4BEE-2BC0D460D7FD}"/>
          </ac:spMkLst>
        </pc:spChg>
        <pc:spChg chg="del mod">
          <ac:chgData name="Jonas Bøgvad" userId="2641f3a2fea4df1c" providerId="LiveId" clId="{A78CD63F-0891-40C3-97BE-8BF45596D16B}" dt="2026-02-03T20:54:52.003" v="1266" actId="478"/>
          <ac:spMkLst>
            <pc:docMk/>
            <pc:sldMk cId="2280803681" sldId="266"/>
            <ac:spMk id="3" creationId="{B667648F-8128-3EBF-EAFC-ADA54B8FF880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2280803681" sldId="266"/>
            <ac:spMk id="5" creationId="{0F34E1DC-8BF9-1E26-6032-8B48E0C7FED1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2280803681" sldId="266"/>
            <ac:spMk id="6" creationId="{D6E96D10-EE91-39E8-E489-9A21AE7E86F2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2280803681" sldId="266"/>
            <ac:spMk id="7" creationId="{CFF368F8-0D3B-CCE7-B55E-EA141EB18652}"/>
          </ac:spMkLst>
        </pc:spChg>
        <pc:spChg chg="add del mod">
          <ac:chgData name="Jonas Bøgvad" userId="2641f3a2fea4df1c" providerId="LiveId" clId="{A78CD63F-0891-40C3-97BE-8BF45596D16B}" dt="2026-02-03T21:15:29.742" v="1484" actId="26606"/>
          <ac:spMkLst>
            <pc:docMk/>
            <pc:sldMk cId="2280803681" sldId="266"/>
            <ac:spMk id="8" creationId="{5CD42573-B328-3890-C5BB-B4291C10C1BD}"/>
          </ac:spMkLst>
        </pc:spChg>
        <pc:spChg chg="add mod ord">
          <ac:chgData name="Jonas Bøgvad" userId="2641f3a2fea4df1c" providerId="LiveId" clId="{A78CD63F-0891-40C3-97BE-8BF45596D16B}" dt="2026-02-03T21:23:23.404" v="1489" actId="14100"/>
          <ac:spMkLst>
            <pc:docMk/>
            <pc:sldMk cId="2280803681" sldId="266"/>
            <ac:spMk id="10" creationId="{03A43095-5256-FFAB-3D73-83F7E261ACC5}"/>
          </ac:spMkLst>
        </pc:spChg>
        <pc:spChg chg="add del mod">
          <ac:chgData name="Jonas Bøgvad" userId="2641f3a2fea4df1c" providerId="LiveId" clId="{A78CD63F-0891-40C3-97BE-8BF45596D16B}" dt="2026-02-03T21:23:20.697" v="1488" actId="26606"/>
          <ac:spMkLst>
            <pc:docMk/>
            <pc:sldMk cId="2280803681" sldId="266"/>
            <ac:spMk id="3079" creationId="{BED0B270-924A-E5F0-AF79-3827EE862BFC}"/>
          </ac:spMkLst>
        </pc:spChg>
        <pc:spChg chg="add del mod">
          <ac:chgData name="Jonas Bøgvad" userId="2641f3a2fea4df1c" providerId="LiveId" clId="{A78CD63F-0891-40C3-97BE-8BF45596D16B}" dt="2026-02-03T21:23:36.555" v="1493" actId="478"/>
          <ac:spMkLst>
            <pc:docMk/>
            <pc:sldMk cId="2280803681" sldId="266"/>
            <ac:spMk id="3084" creationId="{62B6F59E-97BF-71A2-89D0-61AAC110C326}"/>
          </ac:spMkLst>
        </pc:spChg>
        <pc:picChg chg="add mod ord">
          <ac:chgData name="Jonas Bøgvad" userId="2641f3a2fea4df1c" providerId="LiveId" clId="{A78CD63F-0891-40C3-97BE-8BF45596D16B}" dt="2026-02-03T21:23:38.795" v="1494" actId="1076"/>
          <ac:picMkLst>
            <pc:docMk/>
            <pc:sldMk cId="2280803681" sldId="266"/>
            <ac:picMk id="3074" creationId="{DA66A455-05D8-BF2E-4F1B-4741EDA1B616}"/>
          </ac:picMkLst>
        </pc:picChg>
      </pc:sldChg>
      <pc:sldChg chg="addSp delSp modSp del mod">
        <pc:chgData name="Jonas Bøgvad" userId="2641f3a2fea4df1c" providerId="LiveId" clId="{A78CD63F-0891-40C3-97BE-8BF45596D16B}" dt="2026-02-03T20:57:32.515" v="1302" actId="47"/>
        <pc:sldMkLst>
          <pc:docMk/>
          <pc:sldMk cId="3244725439" sldId="267"/>
        </pc:sldMkLst>
        <pc:spChg chg="del mod">
          <ac:chgData name="Jonas Bøgvad" userId="2641f3a2fea4df1c" providerId="LiveId" clId="{A78CD63F-0891-40C3-97BE-8BF45596D16B}" dt="2026-02-03T20:54:57.044" v="1268" actId="478"/>
          <ac:spMkLst>
            <pc:docMk/>
            <pc:sldMk cId="3244725439" sldId="267"/>
            <ac:spMk id="2" creationId="{1319C013-514E-5F9A-FDD5-1F98FA7670C7}"/>
          </ac:spMkLst>
        </pc:spChg>
        <pc:spChg chg="add mod">
          <ac:chgData name="Jonas Bøgvad" userId="2641f3a2fea4df1c" providerId="LiveId" clId="{A78CD63F-0891-40C3-97BE-8BF45596D16B}" dt="2026-02-03T20:54:57.044" v="1268" actId="478"/>
          <ac:spMkLst>
            <pc:docMk/>
            <pc:sldMk cId="3244725439" sldId="267"/>
            <ac:spMk id="4" creationId="{942CB0DB-3509-E1A2-9E57-44DFF36AACCF}"/>
          </ac:spMkLst>
        </pc:spChg>
        <pc:spChg chg="mod">
          <ac:chgData name="Jonas Bøgvad" userId="2641f3a2fea4df1c" providerId="LiveId" clId="{A78CD63F-0891-40C3-97BE-8BF45596D16B}" dt="2026-02-03T19:15:48.565" v="18" actId="2711"/>
          <ac:spMkLst>
            <pc:docMk/>
            <pc:sldMk cId="3244725439" sldId="267"/>
            <ac:spMk id="5" creationId="{9C047691-65DE-9A17-AB69-43CB13F95A72}"/>
          </ac:spMkLst>
        </pc:spChg>
        <pc:spChg chg="mod">
          <ac:chgData name="Jonas Bøgvad" userId="2641f3a2fea4df1c" providerId="LiveId" clId="{A78CD63F-0891-40C3-97BE-8BF45596D16B}" dt="2026-02-03T19:15:48.565" v="18" actId="2711"/>
          <ac:spMkLst>
            <pc:docMk/>
            <pc:sldMk cId="3244725439" sldId="267"/>
            <ac:spMk id="6" creationId="{E017EB5B-89CC-EB4B-CE36-C347429DEC66}"/>
          </ac:spMkLst>
        </pc:spChg>
        <pc:spChg chg="mod">
          <ac:chgData name="Jonas Bøgvad" userId="2641f3a2fea4df1c" providerId="LiveId" clId="{A78CD63F-0891-40C3-97BE-8BF45596D16B}" dt="2026-02-03T19:15:48.565" v="18" actId="2711"/>
          <ac:spMkLst>
            <pc:docMk/>
            <pc:sldMk cId="3244725439" sldId="267"/>
            <ac:spMk id="7" creationId="{B19241EC-5017-DA5A-2228-C6FA43E4FD79}"/>
          </ac:spMkLst>
        </pc:spChg>
        <pc:spChg chg="add mod">
          <ac:chgData name="Jonas Bøgvad" userId="2641f3a2fea4df1c" providerId="LiveId" clId="{A78CD63F-0891-40C3-97BE-8BF45596D16B}" dt="2026-02-03T20:55:01.950" v="1271" actId="478"/>
          <ac:spMkLst>
            <pc:docMk/>
            <pc:sldMk cId="3244725439" sldId="267"/>
            <ac:spMk id="10" creationId="{C6552938-BCE4-EF45-9791-0688BA1FC8DB}"/>
          </ac:spMkLst>
        </pc:spChg>
        <pc:spChg chg="del mod">
          <ac:chgData name="Jonas Bøgvad" userId="2641f3a2fea4df1c" providerId="LiveId" clId="{A78CD63F-0891-40C3-97BE-8BF45596D16B}" dt="2026-02-03T20:55:01.950" v="1271" actId="478"/>
          <ac:spMkLst>
            <pc:docMk/>
            <pc:sldMk cId="3244725439" sldId="267"/>
            <ac:spMk id="20" creationId="{9F84573D-D476-3F6B-442C-465797E895C4}"/>
          </ac:spMkLst>
        </pc:spChg>
        <pc:picChg chg="del">
          <ac:chgData name="Jonas Bøgvad" userId="2641f3a2fea4df1c" providerId="LiveId" clId="{A78CD63F-0891-40C3-97BE-8BF45596D16B}" dt="2026-02-03T20:54:57.694" v="1269" actId="478"/>
          <ac:picMkLst>
            <pc:docMk/>
            <pc:sldMk cId="3244725439" sldId="267"/>
            <ac:picMk id="8" creationId="{E8DAD2D1-185E-C3B5-CA31-5E71598EDC9C}"/>
          </ac:picMkLst>
        </pc:picChg>
      </pc:sldChg>
      <pc:sldChg chg="modSp del mod">
        <pc:chgData name="Jonas Bøgvad" userId="2641f3a2fea4df1c" providerId="LiveId" clId="{A78CD63F-0891-40C3-97BE-8BF45596D16B}" dt="2026-02-03T20:57:37.011" v="1303" actId="47"/>
        <pc:sldMkLst>
          <pc:docMk/>
          <pc:sldMk cId="3737490369" sldId="268"/>
        </pc:sldMkLst>
        <pc:spChg chg="mod">
          <ac:chgData name="Jonas Bøgvad" userId="2641f3a2fea4df1c" providerId="LiveId" clId="{A78CD63F-0891-40C3-97BE-8BF45596D16B}" dt="2026-02-03T19:15:52.958" v="20" actId="2711"/>
          <ac:spMkLst>
            <pc:docMk/>
            <pc:sldMk cId="3737490369" sldId="268"/>
            <ac:spMk id="2" creationId="{1CF505FD-96C2-DA6E-A12E-094633DF1555}"/>
          </ac:spMkLst>
        </pc:spChg>
        <pc:spChg chg="mod">
          <ac:chgData name="Jonas Bøgvad" userId="2641f3a2fea4df1c" providerId="LiveId" clId="{A78CD63F-0891-40C3-97BE-8BF45596D16B}" dt="2026-02-03T19:15:52.958" v="20" actId="2711"/>
          <ac:spMkLst>
            <pc:docMk/>
            <pc:sldMk cId="3737490369" sldId="268"/>
            <ac:spMk id="3" creationId="{94D9A549-FE3D-3E56-41EE-F6BFDF49CA0D}"/>
          </ac:spMkLst>
        </pc:spChg>
        <pc:spChg chg="mod">
          <ac:chgData name="Jonas Bøgvad" userId="2641f3a2fea4df1c" providerId="LiveId" clId="{A78CD63F-0891-40C3-97BE-8BF45596D16B}" dt="2026-02-03T19:15:52.958" v="20" actId="2711"/>
          <ac:spMkLst>
            <pc:docMk/>
            <pc:sldMk cId="3737490369" sldId="268"/>
            <ac:spMk id="4" creationId="{373FA0B6-50BD-6771-9A59-6F11CC1D3FCC}"/>
          </ac:spMkLst>
        </pc:spChg>
        <pc:spChg chg="mod">
          <ac:chgData name="Jonas Bøgvad" userId="2641f3a2fea4df1c" providerId="LiveId" clId="{A78CD63F-0891-40C3-97BE-8BF45596D16B}" dt="2026-02-03T19:15:52.958" v="20" actId="2711"/>
          <ac:spMkLst>
            <pc:docMk/>
            <pc:sldMk cId="3737490369" sldId="268"/>
            <ac:spMk id="5" creationId="{FBC76A64-725B-6CFE-DEA9-88EC6CC17F59}"/>
          </ac:spMkLst>
        </pc:spChg>
        <pc:spChg chg="mod">
          <ac:chgData name="Jonas Bøgvad" userId="2641f3a2fea4df1c" providerId="LiveId" clId="{A78CD63F-0891-40C3-97BE-8BF45596D16B}" dt="2026-02-03T19:15:52.958" v="20" actId="2711"/>
          <ac:spMkLst>
            <pc:docMk/>
            <pc:sldMk cId="3737490369" sldId="268"/>
            <ac:spMk id="6" creationId="{90573097-AE7A-D8E9-FA26-55EA5B97C8B7}"/>
          </ac:spMkLst>
        </pc:spChg>
        <pc:spChg chg="mod">
          <ac:chgData name="Jonas Bøgvad" userId="2641f3a2fea4df1c" providerId="LiveId" clId="{A78CD63F-0891-40C3-97BE-8BF45596D16B}" dt="2026-02-03T19:15:52.958" v="20" actId="2711"/>
          <ac:spMkLst>
            <pc:docMk/>
            <pc:sldMk cId="3737490369" sldId="268"/>
            <ac:spMk id="14" creationId="{54DB80F5-E633-3C39-744B-AEE459E0C0B3}"/>
          </ac:spMkLst>
        </pc:spChg>
        <pc:spChg chg="mod">
          <ac:chgData name="Jonas Bøgvad" userId="2641f3a2fea4df1c" providerId="LiveId" clId="{A78CD63F-0891-40C3-97BE-8BF45596D16B}" dt="2026-02-03T19:15:52.958" v="20" actId="2711"/>
          <ac:spMkLst>
            <pc:docMk/>
            <pc:sldMk cId="3737490369" sldId="268"/>
            <ac:spMk id="15" creationId="{203F8AF2-56AB-B81F-46A5-48DCB0D9DF84}"/>
          </ac:spMkLst>
        </pc:spChg>
      </pc:sldChg>
      <pc:sldChg chg="addSp delSp modSp add del mod addAnim delAnim modAnim">
        <pc:chgData name="Jonas Bøgvad" userId="2641f3a2fea4df1c" providerId="LiveId" clId="{A78CD63F-0891-40C3-97BE-8BF45596D16B}" dt="2026-02-03T22:07:47.478" v="1697"/>
        <pc:sldMkLst>
          <pc:docMk/>
          <pc:sldMk cId="1605881795" sldId="269"/>
        </pc:sldMkLst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605881795" sldId="269"/>
            <ac:spMk id="2" creationId="{A7DB0205-2569-D9BC-B978-8AD0A5166927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605881795" sldId="269"/>
            <ac:spMk id="3" creationId="{EF3DD6B0-390E-4476-A346-FB4BD2FF7778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605881795" sldId="269"/>
            <ac:spMk id="4" creationId="{488FBD52-2B09-B5F2-B14E-180F4C34935A}"/>
          </ac:spMkLst>
        </pc:spChg>
        <pc:spChg chg="add del mod">
          <ac:chgData name="Jonas Bøgvad" userId="2641f3a2fea4df1c" providerId="LiveId" clId="{A78CD63F-0891-40C3-97BE-8BF45596D16B}" dt="2026-02-03T19:24:17.182" v="191" actId="20577"/>
          <ac:spMkLst>
            <pc:docMk/>
            <pc:sldMk cId="1605881795" sldId="269"/>
            <ac:spMk id="5" creationId="{203B148C-E7AF-7A2B-686C-7357CB513713}"/>
          </ac:spMkLst>
        </pc:spChg>
        <pc:spChg chg="del mod">
          <ac:chgData name="Jonas Bøgvad" userId="2641f3a2fea4df1c" providerId="LiveId" clId="{A78CD63F-0891-40C3-97BE-8BF45596D16B}" dt="2026-02-03T19:28:39.002" v="382" actId="478"/>
          <ac:spMkLst>
            <pc:docMk/>
            <pc:sldMk cId="1605881795" sldId="269"/>
            <ac:spMk id="6" creationId="{A07CDE25-4C9E-E993-4E36-57CCC5294F95}"/>
          </ac:spMkLst>
        </pc:spChg>
        <pc:spChg chg="add del mod">
          <ac:chgData name="Jonas Bøgvad" userId="2641f3a2fea4df1c" providerId="LiveId" clId="{A78CD63F-0891-40C3-97BE-8BF45596D16B}" dt="2026-02-03T19:24:25.397" v="198"/>
          <ac:spMkLst>
            <pc:docMk/>
            <pc:sldMk cId="1605881795" sldId="269"/>
            <ac:spMk id="7" creationId="{8CCC4E99-70FD-0A2D-CB0B-C8BA18BE1547}"/>
          </ac:spMkLst>
        </pc:spChg>
        <pc:spChg chg="del mod">
          <ac:chgData name="Jonas Bøgvad" userId="2641f3a2fea4df1c" providerId="LiveId" clId="{A78CD63F-0891-40C3-97BE-8BF45596D16B}" dt="2026-02-03T19:24:26.925" v="199" actId="478"/>
          <ac:spMkLst>
            <pc:docMk/>
            <pc:sldMk cId="1605881795" sldId="269"/>
            <ac:spMk id="8" creationId="{3EF928D6-7AD6-8E50-F27C-5E5613056C13}"/>
          </ac:spMkLst>
        </pc:spChg>
        <pc:spChg chg="del mod">
          <ac:chgData name="Jonas Bøgvad" userId="2641f3a2fea4df1c" providerId="LiveId" clId="{A78CD63F-0891-40C3-97BE-8BF45596D16B}" dt="2026-02-03T19:24:25.395" v="196" actId="478"/>
          <ac:spMkLst>
            <pc:docMk/>
            <pc:sldMk cId="1605881795" sldId="269"/>
            <ac:spMk id="9" creationId="{56706277-D23D-71A6-B6DE-69CCC188E1E7}"/>
          </ac:spMkLst>
        </pc:spChg>
        <pc:spChg chg="mod">
          <ac:chgData name="Jonas Bøgvad" userId="2641f3a2fea4df1c" providerId="LiveId" clId="{A78CD63F-0891-40C3-97BE-8BF45596D16B}" dt="2026-02-03T19:57:16.094" v="925"/>
          <ac:spMkLst>
            <pc:docMk/>
            <pc:sldMk cId="1605881795" sldId="269"/>
            <ac:spMk id="10" creationId="{B01A19D7-DB10-1195-88AC-709F197E415A}"/>
          </ac:spMkLst>
        </pc:spChg>
      </pc:sldChg>
      <pc:sldChg chg="modSp mod">
        <pc:chgData name="Jonas Bøgvad" userId="2641f3a2fea4df1c" providerId="LiveId" clId="{A78CD63F-0891-40C3-97BE-8BF45596D16B}" dt="2026-02-03T22:07:47.478" v="1697"/>
        <pc:sldMkLst>
          <pc:docMk/>
          <pc:sldMk cId="1481728849" sldId="270"/>
        </pc:sldMkLst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481728849" sldId="270"/>
            <ac:spMk id="2" creationId="{FADB4DFA-C032-2A43-D50F-F9E54316B581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481728849" sldId="270"/>
            <ac:spMk id="5" creationId="{FA618E21-4DD9-F297-7998-0AC6FBA02637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481728849" sldId="270"/>
            <ac:spMk id="6" creationId="{A0B1C7D2-CCB9-2781-10A0-2BAA76C62507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481728849" sldId="270"/>
            <ac:spMk id="7" creationId="{316E8780-DBE4-499D-7B8D-EFF89DC09777}"/>
          </ac:spMkLst>
        </pc:spChg>
      </pc:sldChg>
      <pc:sldChg chg="delSp del mod delAnim">
        <pc:chgData name="Jonas Bøgvad" userId="2641f3a2fea4df1c" providerId="LiveId" clId="{A78CD63F-0891-40C3-97BE-8BF45596D16B}" dt="2026-02-03T19:14:44.705" v="2" actId="47"/>
        <pc:sldMkLst>
          <pc:docMk/>
          <pc:sldMk cId="933027969" sldId="271"/>
        </pc:sldMkLst>
        <pc:picChg chg="del">
          <ac:chgData name="Jonas Bøgvad" userId="2641f3a2fea4df1c" providerId="LiveId" clId="{A78CD63F-0891-40C3-97BE-8BF45596D16B}" dt="2026-02-03T19:14:41.197" v="0" actId="478"/>
          <ac:picMkLst>
            <pc:docMk/>
            <pc:sldMk cId="933027969" sldId="271"/>
            <ac:picMk id="8" creationId="{B952E7A9-2478-C250-B64B-E4E4BD3B695A}"/>
          </ac:picMkLst>
        </pc:picChg>
        <pc:picChg chg="del">
          <ac:chgData name="Jonas Bøgvad" userId="2641f3a2fea4df1c" providerId="LiveId" clId="{A78CD63F-0891-40C3-97BE-8BF45596D16B}" dt="2026-02-03T19:14:41.845" v="1" actId="478"/>
          <ac:picMkLst>
            <pc:docMk/>
            <pc:sldMk cId="933027969" sldId="271"/>
            <ac:picMk id="1030" creationId="{6B549339-CB99-665B-8A56-D8A81AA1B650}"/>
          </ac:picMkLst>
        </pc:picChg>
      </pc:sldChg>
      <pc:sldChg chg="addSp delSp modSp new mod modClrScheme chgLayout modNotesTx">
        <pc:chgData name="Jonas Bøgvad" userId="2641f3a2fea4df1c" providerId="LiveId" clId="{A78CD63F-0891-40C3-97BE-8BF45596D16B}" dt="2026-02-03T22:07:47.478" v="1697"/>
        <pc:sldMkLst>
          <pc:docMk/>
          <pc:sldMk cId="2049577553" sldId="271"/>
        </pc:sldMkLst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2049577553" sldId="271"/>
            <ac:spMk id="2" creationId="{B9A7B027-87C7-3B28-FCBE-0B82CC1A1EAB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2049577553" sldId="271"/>
            <ac:spMk id="3" creationId="{DD79BA88-5147-8DE2-1A86-4D1469CCBE9A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2049577553" sldId="271"/>
            <ac:spMk id="4" creationId="{9050226D-297A-801D-EE1C-F1EFDB18BC58}"/>
          </ac:spMkLst>
        </pc:spChg>
        <pc:spChg chg="add mod ord">
          <ac:chgData name="Jonas Bøgvad" userId="2641f3a2fea4df1c" providerId="LiveId" clId="{A78CD63F-0891-40C3-97BE-8BF45596D16B}" dt="2026-02-03T19:57:03.933" v="922" actId="20577"/>
          <ac:spMkLst>
            <pc:docMk/>
            <pc:sldMk cId="2049577553" sldId="271"/>
            <ac:spMk id="5" creationId="{D53A08DE-128E-17F0-4028-C833C75D4AE5}"/>
          </ac:spMkLst>
        </pc:spChg>
        <pc:spChg chg="add mod">
          <ac:chgData name="Jonas Bøgvad" userId="2641f3a2fea4df1c" providerId="LiveId" clId="{A78CD63F-0891-40C3-97BE-8BF45596D16B}" dt="2026-02-03T19:47:45.779" v="715" actId="20577"/>
          <ac:spMkLst>
            <pc:docMk/>
            <pc:sldMk cId="2049577553" sldId="271"/>
            <ac:spMk id="16" creationId="{158F33F7-71BE-3018-F761-D4DEB193EA93}"/>
          </ac:spMkLst>
        </pc:spChg>
        <pc:picChg chg="add del mod">
          <ac:chgData name="Jonas Bøgvad" userId="2641f3a2fea4df1c" providerId="LiveId" clId="{A78CD63F-0891-40C3-97BE-8BF45596D16B}" dt="2026-02-03T19:33:40.940" v="387" actId="478"/>
          <ac:picMkLst>
            <pc:docMk/>
            <pc:sldMk cId="2049577553" sldId="271"/>
            <ac:picMk id="7" creationId="{A3BFE751-2C12-2296-0992-EE6C1B610597}"/>
          </ac:picMkLst>
        </pc:picChg>
        <pc:picChg chg="add del mod">
          <ac:chgData name="Jonas Bøgvad" userId="2641f3a2fea4df1c" providerId="LiveId" clId="{A78CD63F-0891-40C3-97BE-8BF45596D16B}" dt="2026-02-03T19:34:03.509" v="390" actId="478"/>
          <ac:picMkLst>
            <pc:docMk/>
            <pc:sldMk cId="2049577553" sldId="271"/>
            <ac:picMk id="9" creationId="{FE5C25A0-FFD3-50FC-1503-8030D12EF540}"/>
          </ac:picMkLst>
        </pc:picChg>
        <pc:picChg chg="add mod ord">
          <ac:chgData name="Jonas Bøgvad" userId="2641f3a2fea4df1c" providerId="LiveId" clId="{A78CD63F-0891-40C3-97BE-8BF45596D16B}" dt="2026-02-03T20:58:38.597" v="1307" actId="1076"/>
          <ac:picMkLst>
            <pc:docMk/>
            <pc:sldMk cId="2049577553" sldId="271"/>
            <ac:picMk id="11" creationId="{7E9F37AD-61BA-B72B-09CB-64DDA7C5C4B6}"/>
          </ac:picMkLst>
        </pc:picChg>
      </pc:sldChg>
      <pc:sldChg chg="addSp delSp modSp new mod modClrScheme chgLayout modNotesTx">
        <pc:chgData name="Jonas Bøgvad" userId="2641f3a2fea4df1c" providerId="LiveId" clId="{A78CD63F-0891-40C3-97BE-8BF45596D16B}" dt="2026-02-03T22:20:13.416" v="1752" actId="113"/>
        <pc:sldMkLst>
          <pc:docMk/>
          <pc:sldMk cId="874757975" sldId="272"/>
        </pc:sldMkLst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874757975" sldId="272"/>
            <ac:spMk id="2" creationId="{544FC4C0-69AA-BABF-C171-0092020E9E90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874757975" sldId="272"/>
            <ac:spMk id="3" creationId="{95F0752E-E558-5FBA-A139-4EACB115A054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874757975" sldId="272"/>
            <ac:spMk id="4" creationId="{2C8442BE-3512-238E-ECAF-99D7540C313D}"/>
          </ac:spMkLst>
        </pc:spChg>
        <pc:spChg chg="add mod ord">
          <ac:chgData name="Jonas Bøgvad" userId="2641f3a2fea4df1c" providerId="LiveId" clId="{A78CD63F-0891-40C3-97BE-8BF45596D16B}" dt="2026-02-03T19:49:42.267" v="735" actId="20577"/>
          <ac:spMkLst>
            <pc:docMk/>
            <pc:sldMk cId="874757975" sldId="272"/>
            <ac:spMk id="5" creationId="{5D58538E-7837-F10E-3CF4-C1C060A097BC}"/>
          </ac:spMkLst>
        </pc:spChg>
        <pc:spChg chg="add del mod">
          <ac:chgData name="Jonas Bøgvad" userId="2641f3a2fea4df1c" providerId="LiveId" clId="{A78CD63F-0891-40C3-97BE-8BF45596D16B}" dt="2026-02-03T19:36:49.278" v="453" actId="26606"/>
          <ac:spMkLst>
            <pc:docMk/>
            <pc:sldMk cId="874757975" sldId="272"/>
            <ac:spMk id="12" creationId="{ED6C7A84-8B65-D708-666D-D7DAAD73A702}"/>
          </ac:spMkLst>
        </pc:spChg>
        <pc:spChg chg="add mod">
          <ac:chgData name="Jonas Bøgvad" userId="2641f3a2fea4df1c" providerId="LiveId" clId="{A78CD63F-0891-40C3-97BE-8BF45596D16B}" dt="2026-02-03T22:18:38.124" v="1711" actId="403"/>
          <ac:spMkLst>
            <pc:docMk/>
            <pc:sldMk cId="874757975" sldId="272"/>
            <ac:spMk id="17" creationId="{64664F52-5804-9C90-8B57-E21AB21BFF38}"/>
          </ac:spMkLst>
        </pc:spChg>
        <pc:picChg chg="add mod ord">
          <ac:chgData name="Jonas Bøgvad" userId="2641f3a2fea4df1c" providerId="LiveId" clId="{A78CD63F-0891-40C3-97BE-8BF45596D16B}" dt="2026-02-03T20:58:43.286" v="1308" actId="14100"/>
          <ac:picMkLst>
            <pc:docMk/>
            <pc:sldMk cId="874757975" sldId="272"/>
            <ac:picMk id="7" creationId="{2289D8FF-A35D-F2B4-3ADD-0A27369E0A6F}"/>
          </ac:picMkLst>
        </pc:picChg>
      </pc:sldChg>
      <pc:sldChg chg="addSp modSp new del">
        <pc:chgData name="Jonas Bøgvad" userId="2641f3a2fea4df1c" providerId="LiveId" clId="{A78CD63F-0891-40C3-97BE-8BF45596D16B}" dt="2026-02-03T19:27:05.205" v="377" actId="47"/>
        <pc:sldMkLst>
          <pc:docMk/>
          <pc:sldMk cId="3745514376" sldId="273"/>
        </pc:sldMkLst>
        <pc:spChg chg="add mod">
          <ac:chgData name="Jonas Bøgvad" userId="2641f3a2fea4df1c" providerId="LiveId" clId="{A78CD63F-0891-40C3-97BE-8BF45596D16B}" dt="2026-02-03T19:26:32.438" v="337"/>
          <ac:spMkLst>
            <pc:docMk/>
            <pc:sldMk cId="3745514376" sldId="273"/>
            <ac:spMk id="5" creationId="{EF75268B-91BB-16B3-2BA4-F850DEFE63B6}"/>
          </ac:spMkLst>
        </pc:spChg>
      </pc:sldChg>
      <pc:sldChg chg="addSp modSp new mod modClrScheme chgLayout">
        <pc:chgData name="Jonas Bøgvad" userId="2641f3a2fea4df1c" providerId="LiveId" clId="{A78CD63F-0891-40C3-97BE-8BF45596D16B}" dt="2026-02-03T22:19:36.512" v="1718" actId="1076"/>
        <pc:sldMkLst>
          <pc:docMk/>
          <pc:sldMk cId="709465640" sldId="274"/>
        </pc:sldMkLst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709465640" sldId="274"/>
            <ac:spMk id="2" creationId="{9511FE5B-2D6B-2433-97C9-919BB8364DB0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709465640" sldId="274"/>
            <ac:spMk id="3" creationId="{612AA271-5E04-C910-9E94-635AD8FB22A3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709465640" sldId="274"/>
            <ac:spMk id="4" creationId="{FF5EE109-E114-B67F-EF8C-56C54AA97417}"/>
          </ac:spMkLst>
        </pc:spChg>
        <pc:spChg chg="add mod ord">
          <ac:chgData name="Jonas Bøgvad" userId="2641f3a2fea4df1c" providerId="LiveId" clId="{A78CD63F-0891-40C3-97BE-8BF45596D16B}" dt="2026-02-03T22:19:29.985" v="1717" actId="14100"/>
          <ac:spMkLst>
            <pc:docMk/>
            <pc:sldMk cId="709465640" sldId="274"/>
            <ac:spMk id="5" creationId="{D0EED21E-1530-B059-9C1C-E22EC71DED89}"/>
          </ac:spMkLst>
        </pc:spChg>
        <pc:spChg chg="add">
          <ac:chgData name="Jonas Bøgvad" userId="2641f3a2fea4df1c" providerId="LiveId" clId="{A78CD63F-0891-40C3-97BE-8BF45596D16B}" dt="2026-02-03T19:53:56.496" v="796"/>
          <ac:spMkLst>
            <pc:docMk/>
            <pc:sldMk cId="709465640" sldId="274"/>
            <ac:spMk id="8" creationId="{C883B3B2-1B17-405B-3914-48CA6A486E43}"/>
          </ac:spMkLst>
        </pc:spChg>
        <pc:spChg chg="add">
          <ac:chgData name="Jonas Bøgvad" userId="2641f3a2fea4df1c" providerId="LiveId" clId="{A78CD63F-0891-40C3-97BE-8BF45596D16B}" dt="2026-02-03T19:53:56.496" v="796"/>
          <ac:spMkLst>
            <pc:docMk/>
            <pc:sldMk cId="709465640" sldId="274"/>
            <ac:spMk id="9" creationId="{22DE90E8-42B7-0030-B5F9-1FDCCE39F565}"/>
          </ac:spMkLst>
        </pc:spChg>
        <pc:spChg chg="add">
          <ac:chgData name="Jonas Bøgvad" userId="2641f3a2fea4df1c" providerId="LiveId" clId="{A78CD63F-0891-40C3-97BE-8BF45596D16B}" dt="2026-02-03T19:53:56.496" v="796"/>
          <ac:spMkLst>
            <pc:docMk/>
            <pc:sldMk cId="709465640" sldId="274"/>
            <ac:spMk id="10" creationId="{7C590CA9-5B67-CC48-4F00-1CA3265FA7A9}"/>
          </ac:spMkLst>
        </pc:spChg>
        <pc:spChg chg="add mod">
          <ac:chgData name="Jonas Bøgvad" userId="2641f3a2fea4df1c" providerId="LiveId" clId="{A78CD63F-0891-40C3-97BE-8BF45596D16B}" dt="2026-02-03T22:19:36.512" v="1718" actId="1076"/>
          <ac:spMkLst>
            <pc:docMk/>
            <pc:sldMk cId="709465640" sldId="274"/>
            <ac:spMk id="12" creationId="{EA7B326D-2327-12C0-8006-2DC36BAA3225}"/>
          </ac:spMkLst>
        </pc:spChg>
        <pc:picChg chg="add mod ord">
          <ac:chgData name="Jonas Bøgvad" userId="2641f3a2fea4df1c" providerId="LiveId" clId="{A78CD63F-0891-40C3-97BE-8BF45596D16B}" dt="2026-02-03T19:56:26.844" v="913" actId="1076"/>
          <ac:picMkLst>
            <pc:docMk/>
            <pc:sldMk cId="709465640" sldId="274"/>
            <ac:picMk id="7" creationId="{44A8B93C-E8C9-3F60-22D9-7CE659C38735}"/>
          </ac:picMkLst>
        </pc:picChg>
      </pc:sldChg>
      <pc:sldChg chg="addSp delSp modSp new mod">
        <pc:chgData name="Jonas Bøgvad" userId="2641f3a2fea4df1c" providerId="LiveId" clId="{A78CD63F-0891-40C3-97BE-8BF45596D16B}" dt="2026-02-03T22:20:54.143" v="1760" actId="1076"/>
        <pc:sldMkLst>
          <pc:docMk/>
          <pc:sldMk cId="555390402" sldId="275"/>
        </pc:sldMkLst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555390402" sldId="275"/>
            <ac:spMk id="2" creationId="{473C8944-72E8-766A-2319-707EF621AD59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555390402" sldId="275"/>
            <ac:spMk id="3" creationId="{3724BC4E-E0A3-87B2-2D73-61F984308D79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555390402" sldId="275"/>
            <ac:spMk id="4" creationId="{13F481BA-7889-14B8-15A2-45839825EF55}"/>
          </ac:spMkLst>
        </pc:spChg>
        <pc:spChg chg="add del">
          <ac:chgData name="Jonas Bøgvad" userId="2641f3a2fea4df1c" providerId="LiveId" clId="{A78CD63F-0891-40C3-97BE-8BF45596D16B}" dt="2026-02-03T20:12:23.455" v="1174" actId="22"/>
          <ac:spMkLst>
            <pc:docMk/>
            <pc:sldMk cId="555390402" sldId="275"/>
            <ac:spMk id="6" creationId="{F527BE5F-29BA-C3E5-73DB-1B30BB29877D}"/>
          </ac:spMkLst>
        </pc:spChg>
        <pc:picChg chg="add mod ord">
          <ac:chgData name="Jonas Bøgvad" userId="2641f3a2fea4df1c" providerId="LiveId" clId="{A78CD63F-0891-40C3-97BE-8BF45596D16B}" dt="2026-02-03T22:20:50.959" v="1759" actId="1076"/>
          <ac:picMkLst>
            <pc:docMk/>
            <pc:sldMk cId="555390402" sldId="275"/>
            <ac:picMk id="8" creationId="{F153F818-3B1B-7D89-B533-275AA470EB78}"/>
          </ac:picMkLst>
        </pc:picChg>
        <pc:picChg chg="add mod">
          <ac:chgData name="Jonas Bøgvad" userId="2641f3a2fea4df1c" providerId="LiveId" clId="{A78CD63F-0891-40C3-97BE-8BF45596D16B}" dt="2026-02-03T22:20:54.143" v="1760" actId="1076"/>
          <ac:picMkLst>
            <pc:docMk/>
            <pc:sldMk cId="555390402" sldId="275"/>
            <ac:picMk id="10" creationId="{2E2CCD16-1946-C8ED-6962-A7F7467FB3EC}"/>
          </ac:picMkLst>
        </pc:picChg>
      </pc:sldChg>
      <pc:sldChg chg="addSp delSp modSp new mod">
        <pc:chgData name="Jonas Bøgvad" userId="2641f3a2fea4df1c" providerId="LiveId" clId="{A78CD63F-0891-40C3-97BE-8BF45596D16B}" dt="2026-02-03T22:07:47.478" v="1697"/>
        <pc:sldMkLst>
          <pc:docMk/>
          <pc:sldMk cId="1052137927" sldId="276"/>
        </pc:sldMkLst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052137927" sldId="276"/>
            <ac:spMk id="2" creationId="{F8F62390-D705-77F4-E67F-16723EE8F82C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052137927" sldId="276"/>
            <ac:spMk id="3" creationId="{DBE3122C-556C-0BA5-3AC2-B58CC660A499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052137927" sldId="276"/>
            <ac:spMk id="4" creationId="{0DAE4029-BDE6-2628-840B-56B737118DD1}"/>
          </ac:spMkLst>
        </pc:spChg>
        <pc:spChg chg="add">
          <ac:chgData name="Jonas Bøgvad" userId="2641f3a2fea4df1c" providerId="LiveId" clId="{A78CD63F-0891-40C3-97BE-8BF45596D16B}" dt="2026-02-03T20:17:47.740" v="1232"/>
          <ac:spMkLst>
            <pc:docMk/>
            <pc:sldMk cId="1052137927" sldId="276"/>
            <ac:spMk id="5" creationId="{FB1D251F-F6B7-642E-24A4-CAAA2E2B1363}"/>
          </ac:spMkLst>
        </pc:spChg>
        <pc:spChg chg="add del mod">
          <ac:chgData name="Jonas Bøgvad" userId="2641f3a2fea4df1c" providerId="LiveId" clId="{A78CD63F-0891-40C3-97BE-8BF45596D16B}" dt="2026-02-03T20:18:22.857" v="1236" actId="478"/>
          <ac:spMkLst>
            <pc:docMk/>
            <pc:sldMk cId="1052137927" sldId="276"/>
            <ac:spMk id="6" creationId="{16ABC16B-7475-71FF-C06B-8A9887C312A8}"/>
          </ac:spMkLst>
        </pc:spChg>
        <pc:picChg chg="add mod">
          <ac:chgData name="Jonas Bøgvad" userId="2641f3a2fea4df1c" providerId="LiveId" clId="{A78CD63F-0891-40C3-97BE-8BF45596D16B}" dt="2026-02-03T20:18:29.821" v="1239" actId="14100"/>
          <ac:picMkLst>
            <pc:docMk/>
            <pc:sldMk cId="1052137927" sldId="276"/>
            <ac:picMk id="8" creationId="{40F3D4DF-4814-B19E-D4C2-AF82871AB951}"/>
          </ac:picMkLst>
        </pc:picChg>
      </pc:sldChg>
      <pc:sldChg chg="addSp delSp modSp add mod modClrScheme chgLayout modNotesTx">
        <pc:chgData name="Jonas Bøgvad" userId="2641f3a2fea4df1c" providerId="LiveId" clId="{A78CD63F-0891-40C3-97BE-8BF45596D16B}" dt="2026-02-03T22:07:47.478" v="1697"/>
        <pc:sldMkLst>
          <pc:docMk/>
          <pc:sldMk cId="294424803" sldId="277"/>
        </pc:sldMkLst>
        <pc:spChg chg="add del mod ord">
          <ac:chgData name="Jonas Bøgvad" userId="2641f3a2fea4df1c" providerId="LiveId" clId="{A78CD63F-0891-40C3-97BE-8BF45596D16B}" dt="2026-02-03T21:37:03.595" v="1571" actId="478"/>
          <ac:spMkLst>
            <pc:docMk/>
            <pc:sldMk cId="294424803" sldId="277"/>
            <ac:spMk id="2" creationId="{B043C104-9214-1A83-307A-7124F96C96FE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294424803" sldId="277"/>
            <ac:spMk id="5" creationId="{881A5615-12FA-1C8A-344F-1D68C9B29212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294424803" sldId="277"/>
            <ac:spMk id="6" creationId="{4C69A542-6B0B-AA2A-622F-DC1A74386662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294424803" sldId="277"/>
            <ac:spMk id="7" creationId="{18DCA629-D4BC-4043-F092-F34252C4B51A}"/>
          </ac:spMkLst>
        </pc:spChg>
        <pc:spChg chg="del">
          <ac:chgData name="Jonas Bøgvad" userId="2641f3a2fea4df1c" providerId="LiveId" clId="{A78CD63F-0891-40C3-97BE-8BF45596D16B}" dt="2026-02-03T20:57:13.960" v="1298" actId="478"/>
          <ac:spMkLst>
            <pc:docMk/>
            <pc:sldMk cId="294424803" sldId="277"/>
            <ac:spMk id="8" creationId="{0EDA32B8-7EFA-BF39-E5CE-F95988F96FF7}"/>
          </ac:spMkLst>
        </pc:spChg>
        <pc:spChg chg="mod ord">
          <ac:chgData name="Jonas Bøgvad" userId="2641f3a2fea4df1c" providerId="LiveId" clId="{A78CD63F-0891-40C3-97BE-8BF45596D16B}" dt="2026-02-03T21:37:13.739" v="1577" actId="1076"/>
          <ac:spMkLst>
            <pc:docMk/>
            <pc:sldMk cId="294424803" sldId="277"/>
            <ac:spMk id="10" creationId="{922AAB90-B0AB-6A3C-3B8B-5AA9DDE93A75}"/>
          </ac:spMkLst>
        </pc:spChg>
        <pc:spChg chg="add del mod">
          <ac:chgData name="Jonas Bøgvad" userId="2641f3a2fea4df1c" providerId="LiveId" clId="{A78CD63F-0891-40C3-97BE-8BF45596D16B}" dt="2026-02-03T21:37:06.428" v="1573" actId="478"/>
          <ac:spMkLst>
            <pc:docMk/>
            <pc:sldMk cId="294424803" sldId="277"/>
            <ac:spMk id="11" creationId="{54C8E5C9-D316-72BD-07EE-F99107CB02CE}"/>
          </ac:spMkLst>
        </pc:spChg>
        <pc:picChg chg="add del mod">
          <ac:chgData name="Jonas Bøgvad" userId="2641f3a2fea4df1c" providerId="LiveId" clId="{A78CD63F-0891-40C3-97BE-8BF45596D16B}" dt="2026-02-03T21:30:40.223" v="1504" actId="478"/>
          <ac:picMkLst>
            <pc:docMk/>
            <pc:sldMk cId="294424803" sldId="277"/>
            <ac:picMk id="4" creationId="{664E6299-AA49-B402-268B-7143708B3DB8}"/>
          </ac:picMkLst>
        </pc:picChg>
        <pc:picChg chg="add mod ord">
          <ac:chgData name="Jonas Bøgvad" userId="2641f3a2fea4df1c" providerId="LiveId" clId="{A78CD63F-0891-40C3-97BE-8BF45596D16B}" dt="2026-02-03T21:37:16.627" v="1578" actId="1076"/>
          <ac:picMkLst>
            <pc:docMk/>
            <pc:sldMk cId="294424803" sldId="277"/>
            <ac:picMk id="4098" creationId="{5B227935-D5B3-208E-ADB6-8E90A5FBDF23}"/>
          </ac:picMkLst>
        </pc:picChg>
      </pc:sldChg>
      <pc:sldChg chg="addSp modSp new setBg">
        <pc:chgData name="Jonas Bøgvad" userId="2641f3a2fea4df1c" providerId="LiveId" clId="{A78CD63F-0891-40C3-97BE-8BF45596D16B}" dt="2026-02-03T22:08:15.597" v="1705" actId="1076"/>
        <pc:sldMkLst>
          <pc:docMk/>
          <pc:sldMk cId="1289041439" sldId="278"/>
        </pc:sldMkLst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289041439" sldId="278"/>
            <ac:spMk id="2" creationId="{49997A92-4223-B4E4-6944-114C3549B62F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289041439" sldId="278"/>
            <ac:spMk id="3" creationId="{67B46BFB-4E34-13E3-6AAF-C59AED223CFE}"/>
          </ac:spMkLst>
        </pc:spChg>
        <pc:spChg chg="mod">
          <ac:chgData name="Jonas Bøgvad" userId="2641f3a2fea4df1c" providerId="LiveId" clId="{A78CD63F-0891-40C3-97BE-8BF45596D16B}" dt="2026-02-03T22:07:47.478" v="1697"/>
          <ac:spMkLst>
            <pc:docMk/>
            <pc:sldMk cId="1289041439" sldId="278"/>
            <ac:spMk id="4" creationId="{4DE520EB-780D-8BDF-8A81-182FC84B8ECD}"/>
          </ac:spMkLst>
        </pc:spChg>
        <pc:picChg chg="add mod">
          <ac:chgData name="Jonas Bøgvad" userId="2641f3a2fea4df1c" providerId="LiveId" clId="{A78CD63F-0891-40C3-97BE-8BF45596D16B}" dt="2026-02-03T22:08:12.079" v="1702" actId="1076"/>
          <ac:picMkLst>
            <pc:docMk/>
            <pc:sldMk cId="1289041439" sldId="278"/>
            <ac:picMk id="6146" creationId="{D75A00EF-1360-BA8A-DD9A-1166B595993C}"/>
          </ac:picMkLst>
        </pc:picChg>
        <pc:picChg chg="add mod">
          <ac:chgData name="Jonas Bøgvad" userId="2641f3a2fea4df1c" providerId="LiveId" clId="{A78CD63F-0891-40C3-97BE-8BF45596D16B}" dt="2026-02-03T22:08:15.597" v="1705" actId="1076"/>
          <ac:picMkLst>
            <pc:docMk/>
            <pc:sldMk cId="1289041439" sldId="278"/>
            <ac:picMk id="6148" creationId="{DCFEE48F-B387-6929-2356-BCD1573B0578}"/>
          </ac:picMkLst>
        </pc:picChg>
      </pc:sldChg>
      <pc:sldChg chg="addSp modSp new mod modNotesTx">
        <pc:chgData name="Jonas Bøgvad" userId="2641f3a2fea4df1c" providerId="LiveId" clId="{A78CD63F-0891-40C3-97BE-8BF45596D16B}" dt="2026-02-03T22:26:24.462" v="1933" actId="122"/>
        <pc:sldMkLst>
          <pc:docMk/>
          <pc:sldMk cId="3063464975" sldId="279"/>
        </pc:sldMkLst>
        <pc:spChg chg="mod">
          <ac:chgData name="Jonas Bøgvad" userId="2641f3a2fea4df1c" providerId="LiveId" clId="{A78CD63F-0891-40C3-97BE-8BF45596D16B}" dt="2026-02-03T22:26:18.396" v="1932" actId="1076"/>
          <ac:spMkLst>
            <pc:docMk/>
            <pc:sldMk cId="3063464975" sldId="279"/>
            <ac:spMk id="3" creationId="{D0E8B526-B333-A302-D586-9F80A639EC0F}"/>
          </ac:spMkLst>
        </pc:spChg>
        <pc:spChg chg="add mod">
          <ac:chgData name="Jonas Bøgvad" userId="2641f3a2fea4df1c" providerId="LiveId" clId="{A78CD63F-0891-40C3-97BE-8BF45596D16B}" dt="2026-02-03T22:24:16.434" v="1888" actId="1076"/>
          <ac:spMkLst>
            <pc:docMk/>
            <pc:sldMk cId="3063464975" sldId="279"/>
            <ac:spMk id="6" creationId="{B38B62A5-533C-65CD-91B7-A54A6D1C4AFB}"/>
          </ac:spMkLst>
        </pc:spChg>
        <pc:spChg chg="add mod">
          <ac:chgData name="Jonas Bøgvad" userId="2641f3a2fea4df1c" providerId="LiveId" clId="{A78CD63F-0891-40C3-97BE-8BF45596D16B}" dt="2026-02-03T22:26:24.462" v="1933" actId="122"/>
          <ac:spMkLst>
            <pc:docMk/>
            <pc:sldMk cId="3063464975" sldId="279"/>
            <ac:spMk id="8" creationId="{8EF67EB9-C0B6-CA8B-43D2-A0E0CAE3480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EB02A-AC55-4F56-B85C-8179ADC8699E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C6A49-9936-4CF9-90F5-3264F164E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6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https://aka.ms/M365EMSDiscord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06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03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https://www.youtube.com/watch?v=cRZnxh2u5Wk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07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https://www.linkedin.com/in/%F0%9F%9B%A1%EF%B8%8F-philip-marsh-6b4657145/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https://docstracker.marshsecurity.org/</a:t>
            </a:r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690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https://www.kqlsearch.com/</a:t>
            </a:r>
          </a:p>
          <a:p>
            <a:endParaRPr lang="en-US" dirty="0"/>
          </a:p>
          <a:p>
            <a:r>
              <a:rPr lang="en-US" dirty="0"/>
              <a:t>Where Jay is very active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68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Advanced Hunting API retirement</a:t>
            </a:r>
          </a:p>
          <a:p>
            <a:r>
              <a:rPr lang="en-US" dirty="0"/>
              <a:t>https://mc.merill.net/message/MC1220762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X</a:t>
            </a:r>
          </a:p>
          <a:p>
            <a:endParaRPr lang="en-US" dirty="0"/>
          </a:p>
          <a:p>
            <a:r>
              <a:rPr lang="en-US" dirty="0"/>
              <a:t>John Savil video</a:t>
            </a:r>
          </a:p>
          <a:p>
            <a:r>
              <a:rPr lang="en-US" dirty="0"/>
              <a:t>https://www.youtube.com/watch?v=WYji1oV7GQI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200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https://www.microsoft.com/en-us/security/business/microsoft-intune-pricing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6478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started: </a:t>
            </a:r>
          </a:p>
          <a:p>
            <a:r>
              <a:rPr lang="en-US" dirty="0"/>
              <a:t>https://learn.microsoft.com/en-us/shows/microsoft-security-copilot-flight-school/</a:t>
            </a:r>
          </a:p>
          <a:p>
            <a:endParaRPr lang="en-US" dirty="0"/>
          </a:p>
          <a:p>
            <a:r>
              <a:rPr lang="en-US" dirty="0"/>
              <a:t>Calculator:</a:t>
            </a:r>
          </a:p>
          <a:p>
            <a:r>
              <a:rPr lang="en-US" dirty="0"/>
              <a:t>https://securitycopilot.microsoft.com/calculator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52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13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636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shade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shade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shade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964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82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16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811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61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657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A08F-2B1D-4498-A043-7C299B1C2561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9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750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984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67E9B64-DC09-41C8-9DE3-DA74AF8D2F97}" type="datetimeFigureOut">
              <a:rPr lang="en-US" smtClean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1771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2" userDrawn="1">
          <p15:clr>
            <a:srgbClr val="F26B43"/>
          </p15:clr>
        </p15:guide>
        <p15:guide id="2" orient="horz" pos="3240" userDrawn="1">
          <p15:clr>
            <a:srgbClr val="F26B43"/>
          </p15:clr>
        </p15:guide>
        <p15:guide id="3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linkedin.com/in/ewelinapaczkowska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www.linkedin.com/in/%F0%9F%9B%A1%EF%B8%8F-philip-marsh-6b4657145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17675" y="0"/>
            <a:ext cx="805519" cy="2673350"/>
            <a:chOff x="0" y="0"/>
            <a:chExt cx="212153" cy="704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7675" y="7613650"/>
            <a:ext cx="805519" cy="2673350"/>
            <a:chOff x="0" y="0"/>
            <a:chExt cx="212153" cy="704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300200" y="3190875"/>
            <a:ext cx="2546350" cy="7410450"/>
            <a:chOff x="0" y="0"/>
            <a:chExt cx="670644" cy="19517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0644" cy="1951724"/>
            </a:xfrm>
            <a:custGeom>
              <a:avLst/>
              <a:gdLst/>
              <a:ahLst/>
              <a:cxnLst/>
              <a:rect l="l" t="t" r="r" b="b"/>
              <a:pathLst>
                <a:path w="670644" h="1951724">
                  <a:moveTo>
                    <a:pt x="155060" y="0"/>
                  </a:moveTo>
                  <a:lnTo>
                    <a:pt x="515583" y="0"/>
                  </a:lnTo>
                  <a:cubicBezTo>
                    <a:pt x="601221" y="0"/>
                    <a:pt x="670644" y="69423"/>
                    <a:pt x="670644" y="155060"/>
                  </a:cubicBezTo>
                  <a:lnTo>
                    <a:pt x="670644" y="1796663"/>
                  </a:lnTo>
                  <a:cubicBezTo>
                    <a:pt x="670644" y="1882301"/>
                    <a:pt x="601221" y="1951724"/>
                    <a:pt x="515583" y="1951724"/>
                  </a:cubicBezTo>
                  <a:lnTo>
                    <a:pt x="155060" y="1951724"/>
                  </a:lnTo>
                  <a:cubicBezTo>
                    <a:pt x="113936" y="1951724"/>
                    <a:pt x="74496" y="1935387"/>
                    <a:pt x="45416" y="1906307"/>
                  </a:cubicBezTo>
                  <a:cubicBezTo>
                    <a:pt x="16337" y="1877228"/>
                    <a:pt x="0" y="1837788"/>
                    <a:pt x="0" y="1796663"/>
                  </a:cubicBezTo>
                  <a:lnTo>
                    <a:pt x="0" y="155060"/>
                  </a:lnTo>
                  <a:cubicBezTo>
                    <a:pt x="0" y="69423"/>
                    <a:pt x="69423" y="0"/>
                    <a:pt x="155060" y="0"/>
                  </a:cubicBez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70644" cy="1999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17675" y="3238271"/>
            <a:ext cx="5118304" cy="98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8"/>
              </a:lnSpc>
              <a:spcBef>
                <a:spcPct val="0"/>
              </a:spcBef>
            </a:pPr>
            <a:r>
              <a:rPr lang="en-US" sz="566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WELCOME 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7675" y="4102084"/>
            <a:ext cx="10236607" cy="135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16"/>
              </a:lnSpc>
              <a:spcBef>
                <a:spcPct val="0"/>
              </a:spcBef>
            </a:pPr>
            <a:r>
              <a:rPr lang="en-US" sz="80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CLOUDHOUR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7675" y="5376026"/>
            <a:ext cx="9204044" cy="1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29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CloudHour</a:t>
            </a:r>
            <a:r>
              <a:rPr lang="en-US" sz="29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will be starting shortly...</a:t>
            </a:r>
          </a:p>
          <a:p>
            <a:pPr algn="l">
              <a:lnSpc>
                <a:spcPts val="4136"/>
              </a:lnSpc>
              <a:spcBef>
                <a:spcPct val="0"/>
              </a:spcBef>
            </a:pPr>
            <a:r>
              <a:rPr lang="en-US" sz="29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Please feel free to grab a drink and invite your friends!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555779" y="1028700"/>
            <a:ext cx="6290771" cy="8453837"/>
            <a:chOff x="0" y="0"/>
            <a:chExt cx="3663950" cy="4923790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51090" r="-51090"/>
              </a:stretch>
            </a:blip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-2057400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9791700"/>
            <a:ext cx="6959600" cy="990600"/>
            <a:chOff x="0" y="0"/>
            <a:chExt cx="1832981" cy="2608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49900" y="-2353537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952500"/>
            <a:ext cx="3713163" cy="705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WHAT 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564413"/>
            <a:ext cx="5330825" cy="98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7"/>
              </a:lnSpc>
              <a:spcBef>
                <a:spcPct val="0"/>
              </a:spcBef>
            </a:pPr>
            <a:r>
              <a:rPr lang="en-US" sz="5812">
                <a:solidFill>
                  <a:srgbClr val="EFEF89"/>
                </a:solidFill>
                <a:latin typeface="Poppins" panose="00000500000000000000" pitchFamily="2" charset="0"/>
                <a:ea typeface="League Spartan"/>
                <a:cs typeface="Poppins" panose="00000500000000000000" pitchFamily="2" charset="0"/>
                <a:sym typeface="League Spartan"/>
              </a:rPr>
              <a:t>CLOUD HOUR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990965"/>
            <a:ext cx="8235694" cy="139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 dirty="0" err="1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CloudHour</a:t>
            </a:r>
            <a:r>
              <a:rPr lang="en-US" sz="2643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is a round-table discussion where we focus on a few key topics for collaborative discussion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712050"/>
            <a:ext cx="8235694" cy="46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 b="1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Why it is important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Rapid changes in cloud security and tech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Stay updated and connected for growth as a community. </a:t>
            </a:r>
          </a:p>
          <a:p>
            <a:pPr algn="l">
              <a:lnSpc>
                <a:spcPts val="3700"/>
              </a:lnSpc>
            </a:pPr>
            <a:endParaRPr lang="en-US" sz="2643">
              <a:solidFill>
                <a:srgbClr val="FFFFFF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algn="l">
              <a:lnSpc>
                <a:spcPts val="3700"/>
              </a:lnSpc>
            </a:pPr>
            <a:r>
              <a:rPr lang="en-US" sz="2643" b="1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How will it benefit the community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Real-time engagement with hosts and community members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Ask open questions and speak your opinion</a:t>
            </a:r>
          </a:p>
          <a:p>
            <a:pPr marL="570740" lvl="1" indent="-285370" algn="l">
              <a:lnSpc>
                <a:spcPts val="3700"/>
              </a:lnSpc>
              <a:spcBef>
                <a:spcPct val="0"/>
              </a:spcBef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Opportunity to shape the next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E94FB-9EE8-E334-81FB-42F226BDE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45277-E498-487E-A4DD-7946B52BF87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E8B526-B333-A302-D586-9F80A639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0600" y="6519059"/>
            <a:ext cx="8229600" cy="2342204"/>
          </a:xfrm>
        </p:spPr>
        <p:txBody>
          <a:bodyPr/>
          <a:lstStyle/>
          <a:p>
            <a:r>
              <a:rPr lang="en-US" sz="5400" dirty="0"/>
              <a:t>First, we asked was in 2024 </a:t>
            </a:r>
            <a:r>
              <a:rPr lang="en-US" sz="3200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CB0C3-EE9A-9EA4-2E6F-271071218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B62A5-533C-65CD-91B7-A54A6D1C4AFB}"/>
              </a:ext>
            </a:extLst>
          </p:cNvPr>
          <p:cNvSpPr txBox="1"/>
          <p:nvPr/>
        </p:nvSpPr>
        <p:spPr>
          <a:xfrm>
            <a:off x="1447800" y="4533900"/>
            <a:ext cx="166116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500" b="1" dirty="0">
                <a:latin typeface="Poppins" panose="00000500000000000000" pitchFamily="2" charset="0"/>
                <a:cs typeface="Poppins" panose="00000500000000000000" pitchFamily="2" charset="0"/>
              </a:rPr>
              <a:t>Aka.ms/</a:t>
            </a:r>
            <a:r>
              <a:rPr lang="en-US" sz="9600" dirty="0"/>
              <a:t>M365EMSDiscord</a:t>
            </a:r>
            <a:endParaRPr lang="en-US" sz="11500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buFont typeface="Arial"/>
              <a:buChar char="•"/>
            </a:pP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F67EB9-C0B6-CA8B-43D2-A0E0CAE3480F}"/>
              </a:ext>
            </a:extLst>
          </p:cNvPr>
          <p:cNvSpPr txBox="1"/>
          <p:nvPr/>
        </p:nvSpPr>
        <p:spPr>
          <a:xfrm>
            <a:off x="6858000" y="1714500"/>
            <a:ext cx="29718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800" dirty="0"/>
              <a:t>👀</a:t>
            </a:r>
            <a:endParaRPr lang="en-DK" sz="13800" dirty="0"/>
          </a:p>
        </p:txBody>
      </p:sp>
    </p:spTree>
    <p:extLst>
      <p:ext uri="{BB962C8B-B14F-4D97-AF65-F5344CB8AC3E}">
        <p14:creationId xmlns:p14="http://schemas.microsoft.com/office/powerpoint/2010/main" val="3063464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DB0205-2569-D9BC-B978-8AD0A516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0B92-548A-4AD8-824B-208841450C57}" type="datetime1"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2/3/2026</a:t>
            </a:fld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3DD6B0-390E-4476-A346-FB4BD2FF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FBD52-2B09-B5F2-B14E-180F4C349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4</a:t>
            </a:fld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3B148C-E7AF-7A2B-686C-7357CB513713}"/>
              </a:ext>
            </a:extLst>
          </p:cNvPr>
          <p:cNvSpPr txBox="1"/>
          <p:nvPr/>
        </p:nvSpPr>
        <p:spPr>
          <a:xfrm>
            <a:off x="826736" y="988050"/>
            <a:ext cx="16600284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0" b="1" dirty="0">
                <a:latin typeface="Poppins" panose="00000500000000000000" pitchFamily="2" charset="0"/>
                <a:cs typeface="Poppins" panose="00000500000000000000" pitchFamily="2" charset="0"/>
              </a:rPr>
              <a:t>Community	</a:t>
            </a:r>
          </a:p>
          <a:p>
            <a:pPr marL="285750" indent="-285750">
              <a:buFont typeface="Arial"/>
              <a:buChar char="•"/>
            </a:pPr>
            <a:endParaRPr lang="en-US" sz="2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1A19D7-DB10-1195-88AC-709F197E415A}"/>
              </a:ext>
            </a:extLst>
          </p:cNvPr>
          <p:cNvSpPr txBox="1"/>
          <p:nvPr/>
        </p:nvSpPr>
        <p:spPr>
          <a:xfrm>
            <a:off x="826736" y="3086100"/>
            <a:ext cx="16378979" cy="32592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857250" lvl="0" indent="-857250">
              <a:lnSpc>
                <a:spcPts val="4050"/>
              </a:lnSpc>
              <a:buFont typeface="Arial" panose="020B0604020202020204" pitchFamily="34" charset="0"/>
              <a:buChar char="•"/>
            </a:pPr>
            <a:r>
              <a:rPr lang="en-US" sz="4000" b="1" baseline="0" dirty="0">
                <a:solidFill>
                  <a:srgbClr val="FFFFFF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</a:rPr>
              <a:t>Ewelina </a:t>
            </a:r>
            <a:r>
              <a:rPr lang="en-US" sz="4000" b="1" dirty="0"/>
              <a:t>Paczkowska</a:t>
            </a:r>
            <a:br>
              <a:rPr lang="en-US" sz="4000" b="1" baseline="0" dirty="0">
                <a:solidFill>
                  <a:srgbClr val="FFFFFF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</a:rPr>
            </a:br>
            <a:endParaRPr lang="en-US" sz="4000" b="1" baseline="0" dirty="0">
              <a:solidFill>
                <a:srgbClr val="FFFFFF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</a:endParaRPr>
          </a:p>
          <a:p>
            <a:pPr marL="857250" lvl="0" indent="-857250" rtl="0">
              <a:lnSpc>
                <a:spcPts val="405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rgbClr val="FFFFFF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</a:rPr>
              <a:t>Docs Tracker </a:t>
            </a:r>
            <a:br>
              <a:rPr lang="en-US" sz="4000" b="1" dirty="0">
                <a:solidFill>
                  <a:srgbClr val="FFFFFF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</a:rPr>
            </a:br>
            <a:endParaRPr lang="en-US" sz="4000" b="1" dirty="0">
              <a:solidFill>
                <a:srgbClr val="FFFFFF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</a:endParaRPr>
          </a:p>
          <a:p>
            <a:pPr marL="857250" lvl="0" indent="-857250" rtl="0">
              <a:lnSpc>
                <a:spcPts val="4050"/>
              </a:lnSpc>
              <a:buFont typeface="Arial" panose="020B0604020202020204" pitchFamily="34" charset="0"/>
              <a:buChar char="•"/>
            </a:pPr>
            <a:r>
              <a:rPr lang="en-US" sz="4000" b="1" dirty="0" err="1">
                <a:solidFill>
                  <a:srgbClr val="FFFFFF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</a:rPr>
              <a:t>KQLsearch</a:t>
            </a:r>
            <a:r>
              <a:rPr lang="en-US" sz="4000" b="1" dirty="0">
                <a:solidFill>
                  <a:srgbClr val="FFFFFF"/>
                </a:solidFill>
                <a:latin typeface="Poppins" panose="00000500000000000000" pitchFamily="2" charset="0"/>
                <a:ea typeface="Arial"/>
                <a:cs typeface="Poppins" panose="00000500000000000000" pitchFamily="2" charset="0"/>
              </a:rPr>
              <a:t> </a:t>
            </a:r>
          </a:p>
          <a:p>
            <a:pPr lvl="0" rtl="0">
              <a:lnSpc>
                <a:spcPts val="4050"/>
              </a:lnSpc>
            </a:pPr>
            <a:endParaRPr lang="en-US" sz="4000" b="1" dirty="0">
              <a:solidFill>
                <a:srgbClr val="FFFFFF"/>
              </a:solidFill>
              <a:latin typeface="Poppins" panose="00000500000000000000" pitchFamily="2" charset="0"/>
              <a:ea typeface="Arial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88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EA7B326D-2327-12C0-8006-2DC36BAA3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30" y="1072311"/>
            <a:ext cx="8058308" cy="2265942"/>
          </a:xfrm>
        </p:spPr>
        <p:txBody>
          <a:bodyPr>
            <a:normAutofit/>
          </a:bodyPr>
          <a:lstStyle/>
          <a:p>
            <a:r>
              <a:rPr lang="en-US" sz="6000" dirty="0"/>
              <a:t>Ewelina Paczkowska</a:t>
            </a:r>
            <a:br>
              <a:rPr lang="en-US" sz="6000" dirty="0"/>
            </a:br>
            <a:r>
              <a:rPr lang="en-US" sz="3200" dirty="0"/>
              <a:t>Purview and Intune: Better Together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11FE5B-2D6B-2433-97C9-919BB8364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9D6A060F-2007-4860-976B-294296BBE500}" type="datetime1">
              <a:rPr lang="en-US" smtClean="0"/>
              <a:pPr>
                <a:spcAft>
                  <a:spcPts val="600"/>
                </a:spcAft>
              </a:pPr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2AA271-5E04-C910-9E94-635AD8FB2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b="0" kern="1200" cap="all" spc="0" baseline="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EE109-E114-B67F-EF8C-56C54AA9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A8B93C-E8C9-3F60-22D9-7CE659C38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2671502"/>
            <a:ext cx="10936207" cy="694449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0EED21E-1530-B059-9C1C-E22EC71DED89}"/>
              </a:ext>
            </a:extLst>
          </p:cNvPr>
          <p:cNvSpPr txBox="1"/>
          <p:nvPr/>
        </p:nvSpPr>
        <p:spPr>
          <a:xfrm>
            <a:off x="485930" y="3415896"/>
            <a:ext cx="6676870" cy="561380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Want to re-watch the magic?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 b="1" kern="1200" dirty="0">
                <a:latin typeface="+mn-lt"/>
                <a:ea typeface="+mn-ea"/>
                <a:cs typeface="+mn-cs"/>
              </a:rPr>
              <a:t>Thank you </a:t>
            </a:r>
            <a:r>
              <a:rPr lang="en-US" sz="3200" b="1" dirty="0"/>
              <a:t>Ewelina Paczkowska (</a:t>
            </a:r>
            <a:r>
              <a:rPr lang="en-US" sz="3200" b="1" dirty="0">
                <a:hlinkClick r:id="rId4"/>
              </a:rPr>
              <a:t>LinkedIn</a:t>
            </a:r>
            <a:r>
              <a:rPr lang="en-US" sz="3200" b="1" dirty="0"/>
              <a:t>)</a:t>
            </a:r>
          </a:p>
          <a:p>
            <a:pPr marL="457200" indent="-45720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3200" b="1" dirty="0"/>
              <a:t>welkasworld.com</a:t>
            </a:r>
            <a:endParaRPr lang="en-US" sz="3200" b="1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46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3A08DE-128E-17F0-4028-C833C75D4AE5}"/>
              </a:ext>
            </a:extLst>
          </p:cNvPr>
          <p:cNvSpPr txBox="1"/>
          <p:nvPr/>
        </p:nvSpPr>
        <p:spPr>
          <a:xfrm>
            <a:off x="476093" y="1149954"/>
            <a:ext cx="5927618" cy="22659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89" b="1" kern="1200" dirty="0">
                <a:latin typeface="Poppins" panose="00000500000000000000" pitchFamily="2" charset="0"/>
                <a:ea typeface="+mj-ea"/>
                <a:cs typeface="Poppins" panose="00000500000000000000" pitchFamily="2" charset="0"/>
              </a:rPr>
              <a:t>Docs Tracker</a:t>
            </a:r>
          </a:p>
          <a:p>
            <a:pPr marL="285750" indent="-28575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5689" b="1" kern="1200" dirty="0">
              <a:latin typeface="Poppins" panose="00000500000000000000" pitchFamily="2" charset="0"/>
              <a:ea typeface="+mj-ea"/>
              <a:cs typeface="Poppins" panose="000005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9F37AD-61BA-B72B-09CB-64DDA7C5C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629498"/>
            <a:ext cx="8328329" cy="9028003"/>
          </a:xfrm>
          <a:prstGeom prst="rect">
            <a:avLst/>
          </a:prstGeom>
          <a:noFill/>
        </p:spPr>
      </p:pic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58F33F7-71BE-3018-F761-D4DEB193E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30" y="3415896"/>
            <a:ext cx="7057870" cy="5613803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Browse changes, see which repositories are evolving, and stay ahead of what’s new in Microsoft security and tech docs.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Good indicator of development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Author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Philip Marsh (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LinkedIn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docstracker.marshsecurity.org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A7B027-87C7-3B28-FCBE-0B82CC1A1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F477FFB8-9D26-49F2-A2A6-9A9DDBBE46AA}" type="datetime1">
              <a:rPr lang="en-US" smtClean="0">
                <a:latin typeface="Poppins" panose="00000500000000000000" pitchFamily="2" charset="0"/>
                <a:cs typeface="Poppins" panose="00000500000000000000" pitchFamily="2" charset="0"/>
              </a:rPr>
              <a:pPr>
                <a:spcAft>
                  <a:spcPts val="600"/>
                </a:spcAft>
              </a:pPr>
              <a:t>2/3/2026</a:t>
            </a:fld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79BA88-5147-8DE2-1A86-4D1469CCB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b="0" kern="1200" cap="all" spc="0" baseline="0">
                <a:latin typeface="Poppins" panose="00000500000000000000" pitchFamily="2" charset="0"/>
                <a:cs typeface="Poppins" panose="00000500000000000000" pitchFamily="2" charset="0"/>
              </a:rPr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50226D-297A-801D-EE1C-F1EFDB18B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>
                <a:latin typeface="Poppins" panose="00000500000000000000" pitchFamily="2" charset="0"/>
                <a:cs typeface="Poppins" panose="00000500000000000000" pitchFamily="2" charset="0"/>
              </a:rPr>
              <a:pPr>
                <a:spcAft>
                  <a:spcPts val="600"/>
                </a:spcAft>
              </a:pPr>
              <a:t>6</a:t>
            </a:fld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9577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D58538E-7837-F10E-3CF4-C1C060A097BC}"/>
              </a:ext>
            </a:extLst>
          </p:cNvPr>
          <p:cNvSpPr txBox="1"/>
          <p:nvPr/>
        </p:nvSpPr>
        <p:spPr>
          <a:xfrm>
            <a:off x="476093" y="1149954"/>
            <a:ext cx="5927618" cy="226594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89" b="1" kern="1200" dirty="0" err="1">
                <a:latin typeface="+mj-lt"/>
                <a:ea typeface="+mj-ea"/>
                <a:cs typeface="+mj-cs"/>
              </a:rPr>
              <a:t>KQLsearch</a:t>
            </a:r>
            <a:endParaRPr lang="en-US" sz="5689" b="1" kern="1200" dirty="0"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89D8FF-A35D-F2B4-3ADD-0A27369E0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230533"/>
            <a:ext cx="8077200" cy="10002726"/>
          </a:xfrm>
          <a:prstGeom prst="rect">
            <a:avLst/>
          </a:prstGeom>
          <a:noFill/>
        </p:spPr>
      </p:pic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64664F52-5804-9C90-8B57-E21AB21BF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Anytime a query is added to </a:t>
            </a:r>
            <a:r>
              <a:rPr lang="en-US" sz="4400" dirty="0" err="1"/>
              <a:t>KQLsearch</a:t>
            </a:r>
            <a:r>
              <a:rPr lang="en-US" sz="4400" dirty="0"/>
              <a:t>, sends a message to the feed!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/>
              <a:t>Author</a:t>
            </a:r>
            <a:r>
              <a:rPr lang="en-US" sz="4400" dirty="0"/>
              <a:t> Ugur Koc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b="1" dirty="0"/>
              <a:t>kqlsearch.com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FC4C0-69AA-BABF-C171-0092020E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1F4377A-58BD-4542-B12C-1FF8863DFCD8}" type="datetime1">
              <a:rPr lang="en-US" smtClean="0"/>
              <a:pPr>
                <a:spcAft>
                  <a:spcPts val="600"/>
                </a:spcAft>
              </a:pPr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F0752E-E558-5FBA-A139-4EACB115A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b="0" kern="1200" cap="all" spc="0" baseline="0"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8442BE-3512-238E-ECAF-99D7540C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757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5778" y="9258300"/>
            <a:ext cx="3086100" cy="387350"/>
            <a:chOff x="0" y="0"/>
            <a:chExt cx="812800" cy="102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02018"/>
            </a:xfrm>
            <a:custGeom>
              <a:avLst/>
              <a:gdLst/>
              <a:ahLst/>
              <a:cxnLst/>
              <a:rect l="l" t="t" r="r" b="b"/>
              <a:pathLst>
                <a:path w="812800" h="102018">
                  <a:moveTo>
                    <a:pt x="0" y="0"/>
                  </a:moveTo>
                  <a:lnTo>
                    <a:pt x="812800" y="0"/>
                  </a:lnTo>
                  <a:lnTo>
                    <a:pt x="812800" y="102018"/>
                  </a:lnTo>
                  <a:lnTo>
                    <a:pt x="0" y="102018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149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096938" y="-647155"/>
            <a:ext cx="1054100" cy="3086100"/>
            <a:chOff x="0" y="0"/>
            <a:chExt cx="27762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7623" cy="812800"/>
            </a:xfrm>
            <a:custGeom>
              <a:avLst/>
              <a:gdLst/>
              <a:ahLst/>
              <a:cxnLst/>
              <a:rect l="l" t="t" r="r" b="b"/>
              <a:pathLst>
                <a:path w="277623" h="812800">
                  <a:moveTo>
                    <a:pt x="0" y="0"/>
                  </a:moveTo>
                  <a:lnTo>
                    <a:pt x="277623" y="0"/>
                  </a:lnTo>
                  <a:lnTo>
                    <a:pt x="27762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762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6938" y="8492298"/>
            <a:ext cx="1054100" cy="3086100"/>
            <a:chOff x="0" y="0"/>
            <a:chExt cx="27762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7623" cy="812800"/>
            </a:xfrm>
            <a:custGeom>
              <a:avLst/>
              <a:gdLst/>
              <a:ahLst/>
              <a:cxnLst/>
              <a:rect l="l" t="t" r="r" b="b"/>
              <a:pathLst>
                <a:path w="277623" h="812800">
                  <a:moveTo>
                    <a:pt x="0" y="0"/>
                  </a:moveTo>
                  <a:lnTo>
                    <a:pt x="277623" y="0"/>
                  </a:lnTo>
                  <a:lnTo>
                    <a:pt x="27762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762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7409977" y="5608165"/>
            <a:ext cx="6073469" cy="1343755"/>
          </a:xfrm>
          <a:custGeom>
            <a:avLst/>
            <a:gdLst/>
            <a:ahLst/>
            <a:cxnLst/>
            <a:rect l="l" t="t" r="r" b="b"/>
            <a:pathLst>
              <a:path w="6073469" h="1343755">
                <a:moveTo>
                  <a:pt x="0" y="0"/>
                </a:moveTo>
                <a:lnTo>
                  <a:pt x="6073468" y="0"/>
                </a:lnTo>
                <a:lnTo>
                  <a:pt x="6073468" y="1343755"/>
                </a:lnTo>
                <a:lnTo>
                  <a:pt x="0" y="134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455778" y="683867"/>
            <a:ext cx="3713163" cy="705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BEFORE WE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55778" y="1295780"/>
            <a:ext cx="5330825" cy="98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7"/>
              </a:lnSpc>
              <a:spcBef>
                <a:spcPct val="0"/>
              </a:spcBef>
            </a:pPr>
            <a:r>
              <a:rPr lang="en-US" sz="5812">
                <a:solidFill>
                  <a:srgbClr val="EFEF89"/>
                </a:solidFill>
                <a:latin typeface="Poppins" panose="00000500000000000000" pitchFamily="2" charset="0"/>
                <a:ea typeface="League Spartan"/>
                <a:cs typeface="Poppins" panose="00000500000000000000" pitchFamily="2" charset="0"/>
                <a:sym typeface="League Spartan"/>
              </a:rPr>
              <a:t>START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990965"/>
            <a:ext cx="6140194" cy="93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If you prefer not to talk or be asked questions, please press mute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5778" y="3932723"/>
            <a:ext cx="6140194" cy="450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Open mic </a:t>
            </a:r>
            <a:r>
              <a:rPr lang="en-US" sz="2643" b="1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rPr>
              <a:t>is allowed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6481" y="5813888"/>
            <a:ext cx="6140194" cy="93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Remember to open the chat and engage with our community!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B9731EA-99D8-7AEA-31C1-3C7D060ED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7" y="2942367"/>
            <a:ext cx="5887272" cy="1114581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EF22D193-CFC2-C31B-8211-4D750862D397}"/>
              </a:ext>
            </a:extLst>
          </p:cNvPr>
          <p:cNvSpPr/>
          <p:nvPr/>
        </p:nvSpPr>
        <p:spPr>
          <a:xfrm>
            <a:off x="10287000" y="3149804"/>
            <a:ext cx="1143000" cy="6997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B40014C-F23F-805A-0849-1831DBF84DEF}"/>
              </a:ext>
            </a:extLst>
          </p:cNvPr>
          <p:cNvSpPr/>
          <p:nvPr/>
        </p:nvSpPr>
        <p:spPr>
          <a:xfrm>
            <a:off x="11887200" y="5813888"/>
            <a:ext cx="533400" cy="6041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1898" y="8900904"/>
            <a:ext cx="4514850" cy="714793"/>
            <a:chOff x="0" y="0"/>
            <a:chExt cx="1189096" cy="1882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9096" cy="188258"/>
            </a:xfrm>
            <a:custGeom>
              <a:avLst/>
              <a:gdLst/>
              <a:ahLst/>
              <a:cxnLst/>
              <a:rect l="l" t="t" r="r" b="b"/>
              <a:pathLst>
                <a:path w="1189096" h="188258">
                  <a:moveTo>
                    <a:pt x="0" y="0"/>
                  </a:moveTo>
                  <a:lnTo>
                    <a:pt x="1189096" y="0"/>
                  </a:lnTo>
                  <a:lnTo>
                    <a:pt x="1189096" y="188258"/>
                  </a:lnTo>
                  <a:lnTo>
                    <a:pt x="0" y="188258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89096" cy="235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4164" y="656807"/>
            <a:ext cx="3713163" cy="705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SHARING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3681" y="1325072"/>
            <a:ext cx="7527291" cy="98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7"/>
              </a:lnSpc>
              <a:spcBef>
                <a:spcPct val="0"/>
              </a:spcBef>
            </a:pPr>
            <a:r>
              <a:rPr lang="en-US" sz="5812" dirty="0">
                <a:solidFill>
                  <a:srgbClr val="EFEF89"/>
                </a:solidFill>
                <a:latin typeface="Poppins" panose="00000500000000000000" pitchFamily="2" charset="0"/>
                <a:ea typeface="League Spartan"/>
                <a:cs typeface="Poppins" panose="00000500000000000000" pitchFamily="2" charset="0"/>
                <a:sym typeface="League Spartan"/>
              </a:rPr>
              <a:t>LINKS TO SHARE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720304" y="2280659"/>
            <a:ext cx="9008919" cy="991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Organizations must manually migrate workflows to the Microsoft Graph Security API by January 31, 2027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57057" y="1762046"/>
            <a:ext cx="7755889" cy="548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Advanced Hunting API  retirement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33400" y="3477108"/>
            <a:ext cx="8458200" cy="991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Track agent usage across your org over the last 30 days and take steps to improve impact.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33400" y="2979179"/>
            <a:ext cx="4419600" cy="548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Entra Agent ID </a:t>
            </a:r>
            <a:r>
              <a:rPr lang="en-US" sz="1600" b="1" dirty="0">
                <a:solidFill>
                  <a:srgbClr val="EFEF89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(next slide)</a:t>
            </a:r>
            <a:endParaRPr lang="en-US" sz="3231" b="1" dirty="0">
              <a:solidFill>
                <a:srgbClr val="EFEF89"/>
              </a:solidFill>
              <a:latin typeface="Poppins" panose="00000500000000000000" pitchFamily="2" charset="0"/>
              <a:ea typeface="Roboto Bold"/>
              <a:cs typeface="Poppins" panose="00000500000000000000" pitchFamily="2" charset="0"/>
              <a:sym typeface="Robo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09600" y="5985248"/>
            <a:ext cx="9008919" cy="1524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200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A dive into the new ability to recovery accounts using only government issued IDs and third-party identity verification services.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8CEB9108-2C68-E41B-A02F-0A471CF574EA}"/>
              </a:ext>
            </a:extLst>
          </p:cNvPr>
          <p:cNvSpPr txBox="1"/>
          <p:nvPr/>
        </p:nvSpPr>
        <p:spPr>
          <a:xfrm>
            <a:off x="609600" y="5426930"/>
            <a:ext cx="8382000" cy="5488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Account Recovery video by John Savil 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731172E6-11BA-17DE-8DBA-638AE44606FC}"/>
              </a:ext>
            </a:extLst>
          </p:cNvPr>
          <p:cNvSpPr txBox="1"/>
          <p:nvPr/>
        </p:nvSpPr>
        <p:spPr>
          <a:xfrm>
            <a:off x="9562914" y="5379008"/>
            <a:ext cx="7755889" cy="991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For Entitlement Management and Lifecycle Workflows (Access Reviews will be enforced later in CY26 Q1)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730BE23C-26BD-B248-3A9A-C83501D58314}"/>
              </a:ext>
            </a:extLst>
          </p:cNvPr>
          <p:cNvSpPr txBox="1"/>
          <p:nvPr/>
        </p:nvSpPr>
        <p:spPr>
          <a:xfrm>
            <a:off x="9562914" y="4301752"/>
            <a:ext cx="7613375" cy="112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Entra ID Governance guest billing meter enforcement </a:t>
            </a:r>
            <a:r>
              <a:rPr lang="en-US" sz="1600" b="1" dirty="0">
                <a:solidFill>
                  <a:srgbClr val="EFEF89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(next slide)</a:t>
            </a:r>
            <a:endParaRPr lang="en-US" sz="3231" b="1" dirty="0">
              <a:solidFill>
                <a:srgbClr val="EFEF89"/>
              </a:solidFill>
              <a:latin typeface="Poppins" panose="00000500000000000000" pitchFamily="2" charset="0"/>
              <a:ea typeface="Roboto Bold"/>
              <a:cs typeface="Poppins" panose="00000500000000000000" pitchFamily="2" charset="0"/>
              <a:sym typeface="Roboto Bold"/>
            </a:endParaRP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CC09D592-6C32-9F26-77AA-EA0F8FCFE428}"/>
              </a:ext>
            </a:extLst>
          </p:cNvPr>
          <p:cNvSpPr txBox="1"/>
          <p:nvPr/>
        </p:nvSpPr>
        <p:spPr>
          <a:xfrm>
            <a:off x="9536141" y="8262013"/>
            <a:ext cx="7380608" cy="1125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Poppins" panose="00000500000000000000" pitchFamily="2" charset="0"/>
                <a:ea typeface="Roboto Bold"/>
                <a:cs typeface="Poppins" panose="00000500000000000000" pitchFamily="2" charset="0"/>
                <a:sym typeface="Roboto Bold"/>
              </a:rPr>
              <a:t>Anything else you would like to share?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20" grpId="0"/>
      <p:bldP spid="24" grpId="0"/>
      <p:bldP spid="2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3C8944-72E8-766A-2319-707EF621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33B2F-C6AC-4FA8-9E1B-E1DF3ACA17F1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24BC4E-E0A3-87B2-2D73-61F984308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F481BA-7889-14B8-15A2-45839825E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10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2CCD16-1946-C8ED-6962-A7F7467FB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59" y="209935"/>
            <a:ext cx="13126576" cy="68726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53F818-3B1B-7D89-B533-275AA470E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959" y="3543300"/>
            <a:ext cx="10305882" cy="641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90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62390-D705-77F4-E67F-16723EE8F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02ADF-FAB9-4143-B043-26F3E27C1E6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3122C-556C-0BA5-3AC2-B58CC660A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AE4029-BDE6-2628-840B-56B73711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F3D4DF-4814-B19E-D4C2-AF82871AB9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293153"/>
            <a:ext cx="13944599" cy="975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137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86100" cy="826135"/>
            <a:chOff x="0" y="0"/>
            <a:chExt cx="812800" cy="217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17583"/>
            </a:xfrm>
            <a:custGeom>
              <a:avLst/>
              <a:gdLst/>
              <a:ahLst/>
              <a:cxnLst/>
              <a:rect l="l" t="t" r="r" b="b"/>
              <a:pathLst>
                <a:path w="812800" h="217583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01900" y="9460865"/>
            <a:ext cx="3086100" cy="826135"/>
            <a:chOff x="0" y="0"/>
            <a:chExt cx="812800" cy="2175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17583"/>
            </a:xfrm>
            <a:custGeom>
              <a:avLst/>
              <a:gdLst/>
              <a:ahLst/>
              <a:cxnLst/>
              <a:rect l="l" t="t" r="r" b="b"/>
              <a:pathLst>
                <a:path w="812800" h="217583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71402" y="413067"/>
            <a:ext cx="4649653" cy="464965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8296" y="0"/>
                  </a:moveTo>
                  <a:lnTo>
                    <a:pt x="774504" y="0"/>
                  </a:lnTo>
                  <a:cubicBezTo>
                    <a:pt x="784661" y="0"/>
                    <a:pt x="794401" y="4035"/>
                    <a:pt x="801583" y="11217"/>
                  </a:cubicBezTo>
                  <a:cubicBezTo>
                    <a:pt x="808765" y="18399"/>
                    <a:pt x="812800" y="28139"/>
                    <a:pt x="812800" y="38296"/>
                  </a:cubicBezTo>
                  <a:lnTo>
                    <a:pt x="812800" y="774504"/>
                  </a:lnTo>
                  <a:cubicBezTo>
                    <a:pt x="812800" y="784661"/>
                    <a:pt x="808765" y="794401"/>
                    <a:pt x="801583" y="801583"/>
                  </a:cubicBezTo>
                  <a:cubicBezTo>
                    <a:pt x="794401" y="808765"/>
                    <a:pt x="784661" y="812800"/>
                    <a:pt x="774504" y="812800"/>
                  </a:cubicBezTo>
                  <a:lnTo>
                    <a:pt x="38296" y="812800"/>
                  </a:lnTo>
                  <a:cubicBezTo>
                    <a:pt x="28139" y="812800"/>
                    <a:pt x="18399" y="808765"/>
                    <a:pt x="11217" y="801583"/>
                  </a:cubicBezTo>
                  <a:cubicBezTo>
                    <a:pt x="4035" y="794401"/>
                    <a:pt x="0" y="784661"/>
                    <a:pt x="0" y="774504"/>
                  </a:cubicBezTo>
                  <a:lnTo>
                    <a:pt x="0" y="38296"/>
                  </a:lnTo>
                  <a:cubicBezTo>
                    <a:pt x="0" y="28139"/>
                    <a:pt x="4035" y="18399"/>
                    <a:pt x="11217" y="11217"/>
                  </a:cubicBezTo>
                  <a:cubicBezTo>
                    <a:pt x="18399" y="4035"/>
                    <a:pt x="28139" y="0"/>
                    <a:pt x="38296" y="0"/>
                  </a:cubicBezTo>
                  <a:close/>
                </a:path>
              </a:pathLst>
            </a:custGeom>
            <a:blipFill>
              <a:blip r:embed="rId2"/>
              <a:stretch>
                <a:fillRect r="-13377"/>
              </a:stretch>
            </a:blipFill>
            <a:ln w="38100" cap="rnd">
              <a:solidFill>
                <a:srgbClr val="EFEF89"/>
              </a:solidFill>
              <a:prstDash val="solid"/>
              <a:round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2503" y="2520315"/>
            <a:ext cx="6131277" cy="2623185"/>
            <a:chOff x="0" y="0"/>
            <a:chExt cx="949895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95" cy="406400"/>
            </a:xfrm>
            <a:custGeom>
              <a:avLst/>
              <a:gdLst/>
              <a:ahLst/>
              <a:cxnLst/>
              <a:rect l="l" t="t" r="r" b="b"/>
              <a:pathLst>
                <a:path w="949895" h="406400">
                  <a:moveTo>
                    <a:pt x="0" y="0"/>
                  </a:moveTo>
                  <a:lnTo>
                    <a:pt x="949895" y="0"/>
                  </a:lnTo>
                  <a:lnTo>
                    <a:pt x="949895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3"/>
              <a:stretch>
                <a:fillRect t="-3466" b="-3466"/>
              </a:stretch>
            </a:blipFill>
            <a:ln w="38100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799091"/>
            <a:ext cx="4834056" cy="3661774"/>
            <a:chOff x="0" y="0"/>
            <a:chExt cx="107301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3010" cy="812800"/>
            </a:xfrm>
            <a:custGeom>
              <a:avLst/>
              <a:gdLst/>
              <a:ahLst/>
              <a:cxnLst/>
              <a:rect l="l" t="t" r="r" b="b"/>
              <a:pathLst>
                <a:path w="1073010" h="812800">
                  <a:moveTo>
                    <a:pt x="36835" y="0"/>
                  </a:moveTo>
                  <a:lnTo>
                    <a:pt x="1036175" y="0"/>
                  </a:lnTo>
                  <a:cubicBezTo>
                    <a:pt x="1056518" y="0"/>
                    <a:pt x="1073010" y="16492"/>
                    <a:pt x="1073010" y="36835"/>
                  </a:cubicBezTo>
                  <a:lnTo>
                    <a:pt x="1073010" y="775965"/>
                  </a:lnTo>
                  <a:cubicBezTo>
                    <a:pt x="1073010" y="785734"/>
                    <a:pt x="1069129" y="795103"/>
                    <a:pt x="1062221" y="802011"/>
                  </a:cubicBezTo>
                  <a:cubicBezTo>
                    <a:pt x="1055313" y="808919"/>
                    <a:pt x="1045944" y="812800"/>
                    <a:pt x="1036175" y="812800"/>
                  </a:cubicBezTo>
                  <a:lnTo>
                    <a:pt x="36835" y="812800"/>
                  </a:lnTo>
                  <a:cubicBezTo>
                    <a:pt x="27066" y="812800"/>
                    <a:pt x="17697" y="808919"/>
                    <a:pt x="10789" y="802011"/>
                  </a:cubicBezTo>
                  <a:cubicBezTo>
                    <a:pt x="3881" y="795103"/>
                    <a:pt x="0" y="785734"/>
                    <a:pt x="0" y="775965"/>
                  </a:cubicBezTo>
                  <a:lnTo>
                    <a:pt x="0" y="36835"/>
                  </a:lnTo>
                  <a:cubicBezTo>
                    <a:pt x="0" y="27066"/>
                    <a:pt x="3881" y="17697"/>
                    <a:pt x="10789" y="10789"/>
                  </a:cubicBezTo>
                  <a:cubicBezTo>
                    <a:pt x="17697" y="3881"/>
                    <a:pt x="27066" y="0"/>
                    <a:pt x="36835" y="0"/>
                  </a:cubicBezTo>
                  <a:close/>
                </a:path>
              </a:pathLst>
            </a:custGeom>
            <a:blipFill>
              <a:blip r:embed="rId4"/>
              <a:stretch>
                <a:fillRect t="-8504"/>
              </a:stretch>
            </a:blipFill>
            <a:ln w="38100" cap="rnd">
              <a:solidFill>
                <a:srgbClr val="EFEF89"/>
              </a:solidFill>
              <a:prstDash val="solid"/>
              <a:round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80346" y="6369836"/>
            <a:ext cx="6131277" cy="2623185"/>
            <a:chOff x="0" y="0"/>
            <a:chExt cx="949895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9895" cy="406400"/>
            </a:xfrm>
            <a:custGeom>
              <a:avLst/>
              <a:gdLst/>
              <a:ahLst/>
              <a:cxnLst/>
              <a:rect l="l" t="t" r="r" b="b"/>
              <a:pathLst>
                <a:path w="949895" h="406400">
                  <a:moveTo>
                    <a:pt x="0" y="0"/>
                  </a:moveTo>
                  <a:lnTo>
                    <a:pt x="949895" y="0"/>
                  </a:lnTo>
                  <a:lnTo>
                    <a:pt x="949895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5"/>
              <a:stretch>
                <a:fillRect r="-4998"/>
              </a:stretch>
            </a:blipFill>
            <a:ln w="38100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7771402" y="107076"/>
            <a:ext cx="241865" cy="719059"/>
          </a:xfrm>
          <a:custGeom>
            <a:avLst/>
            <a:gdLst/>
            <a:ahLst/>
            <a:cxnLst/>
            <a:rect l="l" t="t" r="r" b="b"/>
            <a:pathLst>
              <a:path w="241865" h="719059">
                <a:moveTo>
                  <a:pt x="0" y="0"/>
                </a:moveTo>
                <a:lnTo>
                  <a:pt x="241866" y="0"/>
                </a:lnTo>
                <a:lnTo>
                  <a:pt x="241866" y="719059"/>
                </a:lnTo>
                <a:lnTo>
                  <a:pt x="0" y="7190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4001246" y="8630666"/>
            <a:ext cx="524930" cy="627634"/>
          </a:xfrm>
          <a:custGeom>
            <a:avLst/>
            <a:gdLst/>
            <a:ahLst/>
            <a:cxnLst/>
            <a:rect l="l" t="t" r="r" b="b"/>
            <a:pathLst>
              <a:path w="524930" h="627634">
                <a:moveTo>
                  <a:pt x="0" y="0"/>
                </a:moveTo>
                <a:lnTo>
                  <a:pt x="524930" y="0"/>
                </a:lnTo>
                <a:lnTo>
                  <a:pt x="524930" y="627634"/>
                </a:lnTo>
                <a:lnTo>
                  <a:pt x="0" y="627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4412201" y="336867"/>
            <a:ext cx="3198845" cy="614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55"/>
              </a:lnSpc>
              <a:spcBef>
                <a:spcPct val="0"/>
              </a:spcBef>
            </a:pPr>
            <a:r>
              <a:rPr lang="en-US" sz="3539">
                <a:solidFill>
                  <a:srgbClr val="EFEF89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DISCORD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21055" y="898789"/>
            <a:ext cx="5285241" cy="1061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90"/>
              </a:lnSpc>
              <a:spcBef>
                <a:spcPct val="0"/>
              </a:spcBef>
            </a:pPr>
            <a:r>
              <a:rPr lang="en-US" sz="6207">
                <a:solidFill>
                  <a:srgbClr val="EFEF89"/>
                </a:solidFill>
                <a:latin typeface="Poppins" panose="00000500000000000000" pitchFamily="2" charset="0"/>
                <a:ea typeface="League Spartan"/>
                <a:cs typeface="Poppins" panose="00000500000000000000" pitchFamily="2" charset="0"/>
                <a:sym typeface="League Spartan"/>
              </a:rPr>
              <a:t>SERVER TAG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4767" y="3310430"/>
            <a:ext cx="5246370" cy="524637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7697" r="-12396"/>
              </a:stretch>
            </a:blipFill>
            <a:ln w="38100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7279374" y="1439550"/>
            <a:ext cx="0" cy="8104282"/>
          </a:xfrm>
          <a:prstGeom prst="line">
            <a:avLst/>
          </a:prstGeom>
          <a:ln w="38100" cap="flat">
            <a:solidFill>
              <a:srgbClr val="EFEF8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144000" y="2781378"/>
            <a:ext cx="6657333" cy="1192059"/>
            <a:chOff x="0" y="-44532"/>
            <a:chExt cx="1753372" cy="3139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3372" cy="228233"/>
            </a:xfrm>
            <a:custGeom>
              <a:avLst/>
              <a:gdLst/>
              <a:ahLst/>
              <a:cxnLst/>
              <a:rect l="l" t="t" r="r" b="b"/>
              <a:pathLst>
                <a:path w="1753372" h="228233">
                  <a:moveTo>
                    <a:pt x="0" y="0"/>
                  </a:moveTo>
                  <a:lnTo>
                    <a:pt x="1753372" y="0"/>
                  </a:lnTo>
                  <a:lnTo>
                    <a:pt x="1753372" y="228233"/>
                  </a:lnTo>
                  <a:lnTo>
                    <a:pt x="0" y="228233"/>
                  </a:lnTo>
                  <a:close/>
                </a:path>
              </a:pathLst>
            </a:custGeom>
            <a:solidFill>
              <a:srgbClr val="574874"/>
            </a:solidFill>
          </p:spPr>
          <p:txBody>
            <a:bodyPr/>
            <a:lstStyle/>
            <a:p>
              <a:pPr algn="ctr"/>
              <a:r>
                <a:rPr lang="en-GB" sz="4000" dirty="0">
                  <a:latin typeface="Poppins" panose="00000500000000000000" pitchFamily="2" charset="0"/>
                  <a:cs typeface="Poppins" panose="00000500000000000000" pitchFamily="2" charset="0"/>
                </a:rPr>
                <a:t>Protection against AI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4532"/>
              <a:ext cx="1753372" cy="313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 lang="en-US" sz="3200" b="1" dirty="0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80691" y="2358723"/>
            <a:ext cx="4090445" cy="75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3"/>
              </a:lnSpc>
              <a:spcBef>
                <a:spcPct val="0"/>
              </a:spcBef>
            </a:pPr>
            <a:r>
              <a:rPr lang="en-US" sz="4459">
                <a:solidFill>
                  <a:srgbClr val="EFEF89"/>
                </a:solidFill>
                <a:latin typeface="Poppins" panose="00000500000000000000" pitchFamily="2" charset="0"/>
                <a:ea typeface="League Spartan"/>
                <a:cs typeface="Poppins" panose="00000500000000000000" pitchFamily="2" charset="0"/>
                <a:sym typeface="League Spartan"/>
              </a:rPr>
              <a:t>AGENDA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0" y="3799041"/>
            <a:ext cx="6657333" cy="1192059"/>
            <a:chOff x="0" y="-85725"/>
            <a:chExt cx="1753372" cy="3139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3372" cy="228233"/>
            </a:xfrm>
            <a:custGeom>
              <a:avLst/>
              <a:gdLst/>
              <a:ahLst/>
              <a:cxnLst/>
              <a:rect l="l" t="t" r="r" b="b"/>
              <a:pathLst>
                <a:path w="1753372" h="228233">
                  <a:moveTo>
                    <a:pt x="0" y="0"/>
                  </a:moveTo>
                  <a:lnTo>
                    <a:pt x="1753372" y="0"/>
                  </a:lnTo>
                  <a:lnTo>
                    <a:pt x="1753372" y="228233"/>
                  </a:lnTo>
                  <a:lnTo>
                    <a:pt x="0" y="228233"/>
                  </a:lnTo>
                  <a:close/>
                </a:path>
              </a:pathLst>
            </a:custGeom>
            <a:solidFill>
              <a:srgbClr val="B11719"/>
            </a:solidFill>
          </p:spPr>
          <p:txBody>
            <a:bodyPr/>
            <a:lstStyle/>
            <a:p>
              <a:pPr algn="ctr"/>
              <a:r>
                <a:rPr lang="en-GB" sz="4400" dirty="0">
                  <a:latin typeface="Poppins" panose="00000500000000000000" pitchFamily="2" charset="0"/>
                  <a:cs typeface="Poppins" panose="00000500000000000000" pitchFamily="2" charset="0"/>
                </a:rPr>
                <a:t>Intune</a:t>
              </a:r>
              <a:r>
                <a:rPr lang="en-GB" sz="4000" dirty="0">
                  <a:latin typeface="Poppins" panose="00000500000000000000" pitchFamily="2" charset="0"/>
                  <a:cs typeface="Poppins" panose="00000500000000000000" pitchFamily="2" charset="0"/>
                </a:rPr>
                <a:t> P2 to MS E3+E5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1685808" cy="313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 lang="en-US" sz="2000" b="1" dirty="0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5295900"/>
            <a:ext cx="6657333" cy="866572"/>
            <a:chOff x="0" y="0"/>
            <a:chExt cx="1753372" cy="2282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3372" cy="228233"/>
            </a:xfrm>
            <a:custGeom>
              <a:avLst/>
              <a:gdLst/>
              <a:ahLst/>
              <a:cxnLst/>
              <a:rect l="l" t="t" r="r" b="b"/>
              <a:pathLst>
                <a:path w="1753372" h="228233">
                  <a:moveTo>
                    <a:pt x="0" y="0"/>
                  </a:moveTo>
                  <a:lnTo>
                    <a:pt x="1753372" y="0"/>
                  </a:lnTo>
                  <a:lnTo>
                    <a:pt x="1753372" y="228233"/>
                  </a:lnTo>
                  <a:lnTo>
                    <a:pt x="0" y="228233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pPr algn="ctr"/>
              <a:r>
                <a:rPr lang="en-GB" sz="4800" dirty="0">
                  <a:latin typeface="Poppins" panose="00000500000000000000" pitchFamily="2" charset="0"/>
                  <a:cs typeface="Poppins" panose="00000500000000000000" pitchFamily="2" charset="0"/>
                </a:rPr>
                <a:t>Security Copilot</a:t>
              </a:r>
              <a:r>
                <a:rPr lang="en-GB" sz="4400" dirty="0">
                  <a:latin typeface="Poppins" panose="00000500000000000000" pitchFamily="2" charset="0"/>
                  <a:cs typeface="Poppins" panose="00000500000000000000" pitchFamily="2" charset="0"/>
                </a:rPr>
                <a:t> in E5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1753372" cy="313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 lang="en-US" sz="2400" b="1" dirty="0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6469968"/>
            <a:ext cx="6657333" cy="1428547"/>
            <a:chOff x="0" y="0"/>
            <a:chExt cx="1753372" cy="3762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3372" cy="376243"/>
            </a:xfrm>
            <a:custGeom>
              <a:avLst/>
              <a:gdLst/>
              <a:ahLst/>
              <a:cxnLst/>
              <a:rect l="l" t="t" r="r" b="b"/>
              <a:pathLst>
                <a:path w="1753372" h="376243">
                  <a:moveTo>
                    <a:pt x="0" y="0"/>
                  </a:moveTo>
                  <a:lnTo>
                    <a:pt x="1753372" y="0"/>
                  </a:lnTo>
                  <a:lnTo>
                    <a:pt x="1753372" y="376243"/>
                  </a:lnTo>
                  <a:lnTo>
                    <a:pt x="0" y="376243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pPr algn="ctr"/>
              <a:r>
                <a:rPr lang="en-GB" sz="4400" dirty="0">
                  <a:latin typeface="Poppins" panose="00000500000000000000" pitchFamily="2" charset="0"/>
                  <a:cs typeface="Poppins" panose="00000500000000000000" pitchFamily="2" charset="0"/>
                </a:rPr>
                <a:t>Random subject</a:t>
              </a:r>
              <a:endParaRPr lang="en-GB" dirty="0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753372" cy="46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 lang="en-US" sz="3200" b="1" dirty="0">
                <a:solidFill>
                  <a:srgbClr val="FFFFFF"/>
                </a:solidFill>
                <a:latin typeface="Poppins" panose="00000500000000000000" pitchFamily="2" charset="0"/>
                <a:ea typeface="Poppins Bold"/>
                <a:cs typeface="Poppins" panose="00000500000000000000" pitchFamily="2" charset="0"/>
                <a:sym typeface="Poppins Bold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97A92-4223-B4E4-6944-114C3549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55C68-806B-4650-9ED6-CA0CDD7F923C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B46BFB-4E34-13E3-6AAF-C59AED22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520EB-780D-8BDF-8A81-182FC84B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14</a:t>
            </a:fld>
            <a:endParaRPr lang="en-US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D75A00EF-1360-BA8A-DD9A-1166B5959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395" y="1104900"/>
            <a:ext cx="12396505" cy="252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hy social media for AI agents Moltbook is dividing the tech sector">
            <a:extLst>
              <a:ext uri="{FF2B5EF4-FFF2-40B4-BE49-F238E27FC236}">
                <a16:creationId xmlns:a16="http://schemas.microsoft.com/office/drawing/2014/main" id="{DCFEE48F-B387-6929-2356-BCD1573B0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3867151"/>
            <a:ext cx="11049000" cy="6215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041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0381CE-6F1F-C64C-5D87-EC7F0640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GB" dirty="0"/>
              <a:t>Protection against AI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F930FB59-421C-B9CE-F7BE-23985579C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question</a:t>
            </a:r>
          </a:p>
          <a:p>
            <a:r>
              <a:rPr lang="en-US" dirty="0"/>
              <a:t>Entra Agent ID Governance</a:t>
            </a:r>
          </a:p>
          <a:p>
            <a:r>
              <a:rPr lang="en-US" dirty="0"/>
              <a:t>GSA</a:t>
            </a:r>
          </a:p>
          <a:p>
            <a:r>
              <a:rPr lang="en-US" dirty="0"/>
              <a:t>MDA</a:t>
            </a:r>
          </a:p>
          <a:p>
            <a:r>
              <a:rPr lang="en-US" dirty="0"/>
              <a:t>Purview</a:t>
            </a:r>
          </a:p>
          <a:p>
            <a:r>
              <a:rPr lang="en-US" dirty="0"/>
              <a:t>DSPM for AI</a:t>
            </a:r>
            <a:endParaRPr lang="en-DK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52874FD-D096-DA66-55BB-9FA309F6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3AF56FA-F9FC-4019-8221-A7B4F57668B9}" type="datetime1">
              <a:rPr lang="en-DK"/>
              <a:pPr>
                <a:spcAft>
                  <a:spcPts val="600"/>
                </a:spcAft>
              </a:pPr>
              <a:t>03/02/2026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DD3484A-AE26-C71B-0E33-56EDA533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/>
              <a:t>
              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CECAB12-059E-1008-18A3-7B2A781F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178A1D-4529-39CF-6877-9130571A4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0" y="2732512"/>
            <a:ext cx="9374982" cy="496874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FC353BB-0F67-56FA-263C-8CEE7B66D52E}"/>
              </a:ext>
            </a:extLst>
          </p:cNvPr>
          <p:cNvSpPr txBox="1"/>
          <p:nvPr/>
        </p:nvSpPr>
        <p:spPr>
          <a:xfrm>
            <a:off x="457682" y="2107035"/>
            <a:ext cx="8685732" cy="715807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DB805C50-B8F0-86FE-859A-F0746810F8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825788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3A43095-5256-FFAB-3D73-83F7E261AC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2" y="1149954"/>
            <a:ext cx="8286907" cy="2265942"/>
          </a:xfrm>
        </p:spPr>
        <p:txBody>
          <a:bodyPr anchor="t">
            <a:normAutofit/>
          </a:bodyPr>
          <a:lstStyle/>
          <a:p>
            <a:r>
              <a:rPr lang="en-GB" dirty="0"/>
              <a:t>Intune P2 to MS E3+E5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34E1DC-8BF9-1E26-6032-8B48E0C7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E42C48-C93B-4689-AD8D-C0F537857F98}" type="datetime1">
              <a:rPr lang="en-DK"/>
              <a:pPr>
                <a:spcAft>
                  <a:spcPts val="600"/>
                </a:spcAft>
              </a:pPr>
              <a:t>03/02/2026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E96D10-EE91-39E8-E489-9A21AE7E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368F8-0D3B-CCE7-B55E-EA141EB1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3074" name="Picture 2" descr="No alternative text description for this image">
            <a:extLst>
              <a:ext uri="{FF2B5EF4-FFF2-40B4-BE49-F238E27FC236}">
                <a16:creationId xmlns:a16="http://schemas.microsoft.com/office/drawing/2014/main" id="{DA66A455-05D8-BF2E-4F1B-4741EDA1B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00200" y="2015519"/>
            <a:ext cx="13981726" cy="762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0803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D458A-7465-DBC0-9C64-2AE8A6CF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922AAB90-B0AB-6A3C-3B8B-5AA9DDE9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06" y="800100"/>
            <a:ext cx="10725307" cy="2265942"/>
          </a:xfrm>
        </p:spPr>
        <p:txBody>
          <a:bodyPr anchor="t">
            <a:normAutofit/>
          </a:bodyPr>
          <a:lstStyle/>
          <a:p>
            <a:r>
              <a:rPr lang="en-GB" dirty="0"/>
              <a:t>Security Copilot in E5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A5615-12FA-1C8A-344F-1D68C9B29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3E42C48-C93B-4689-AD8D-C0F537857F98}" type="datetime1">
              <a:rPr lang="en-DK"/>
              <a:pPr>
                <a:spcAft>
                  <a:spcPts val="600"/>
                </a:spcAft>
              </a:pPr>
              <a:t>03/02/2026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9A542-6B0B-AA2A-622F-DC1A74386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CA629-D4BC-4043-F092-F34252C4B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pic>
        <p:nvPicPr>
          <p:cNvPr id="4098" name="Picture 2" descr="Image of how Security Copilot works.">
            <a:extLst>
              <a:ext uri="{FF2B5EF4-FFF2-40B4-BE49-F238E27FC236}">
                <a16:creationId xmlns:a16="http://schemas.microsoft.com/office/drawing/2014/main" id="{5B227935-D5B3-208E-ADB6-8E90A5FBD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73631" y="1692380"/>
            <a:ext cx="14540737" cy="8215517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4248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4DFA-C032-2A43-D50F-F9E54316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sz="8800" dirty="0">
                <a:latin typeface="Poppins" panose="00000500000000000000" pitchFamily="2" charset="0"/>
                <a:cs typeface="Poppins" panose="00000500000000000000" pitchFamily="2" charset="0"/>
              </a:rPr>
              <a:t>Topic from the audience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18E21-4DD9-F297-7998-0AC6FBA0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0DD4EEC-474C-4E4C-95FD-9005AF93A569}" type="datetime1">
              <a:rPr lang="en-DK">
                <a:latin typeface="Poppins" panose="00000500000000000000" pitchFamily="2" charset="0"/>
                <a:cs typeface="Poppins" panose="00000500000000000000" pitchFamily="2" charset="0"/>
              </a:rPr>
              <a:pPr>
                <a:spcAft>
                  <a:spcPts val="600"/>
                </a:spcAft>
              </a:pPr>
              <a:t>03/02/2026</a:t>
            </a:fld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1C7D2-CCB9-2781-10A0-2BAA76C6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>
                <a:latin typeface="Poppins" panose="00000500000000000000" pitchFamily="2" charset="0"/>
                <a:cs typeface="Poppins" panose="00000500000000000000" pitchFamily="2" charset="0"/>
              </a:rPr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E8780-DBE4-499D-7B8D-EFF89DC0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pPr>
                <a:spcAft>
                  <a:spcPts val="600"/>
                </a:spcAft>
              </a:pPr>
              <a:t>18</a:t>
            </a:fld>
            <a:endParaRPr lang="en-US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" name="Picture 8" descr="Rearview of rows of people watching a movie in a theater">
            <a:extLst>
              <a:ext uri="{FF2B5EF4-FFF2-40B4-BE49-F238E27FC236}">
                <a16:creationId xmlns:a16="http://schemas.microsoft.com/office/drawing/2014/main" id="{92136F9D-76F0-97A6-F927-DFCCA7C2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02" r="6" b="22083"/>
          <a:stretch>
            <a:fillRect/>
          </a:stretch>
        </p:blipFill>
        <p:spPr>
          <a:xfrm>
            <a:off x="503201" y="3460172"/>
            <a:ext cx="14935121" cy="58052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81728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en-GB">
                <a:latin typeface="Poppins" panose="00000500000000000000" pitchFamily="2" charset="0"/>
                <a:cs typeface="Poppins" panose="00000500000000000000" pitchFamily="2" charset="0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17675" y="0"/>
            <a:ext cx="805519" cy="2673350"/>
            <a:chOff x="0" y="0"/>
            <a:chExt cx="212153" cy="704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146939" y="8466953"/>
            <a:ext cx="805519" cy="2673350"/>
            <a:chOff x="0" y="0"/>
            <a:chExt cx="212153" cy="704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507989" y="1847850"/>
            <a:ext cx="2546350" cy="7410450"/>
            <a:chOff x="0" y="0"/>
            <a:chExt cx="670644" cy="19517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0644" cy="1951724"/>
            </a:xfrm>
            <a:custGeom>
              <a:avLst/>
              <a:gdLst/>
              <a:ahLst/>
              <a:cxnLst/>
              <a:rect l="l" t="t" r="r" b="b"/>
              <a:pathLst>
                <a:path w="670644" h="1951724">
                  <a:moveTo>
                    <a:pt x="155060" y="0"/>
                  </a:moveTo>
                  <a:lnTo>
                    <a:pt x="515583" y="0"/>
                  </a:lnTo>
                  <a:cubicBezTo>
                    <a:pt x="601221" y="0"/>
                    <a:pt x="670644" y="69423"/>
                    <a:pt x="670644" y="155060"/>
                  </a:cubicBezTo>
                  <a:lnTo>
                    <a:pt x="670644" y="1796663"/>
                  </a:lnTo>
                  <a:cubicBezTo>
                    <a:pt x="670644" y="1882301"/>
                    <a:pt x="601221" y="1951724"/>
                    <a:pt x="515583" y="1951724"/>
                  </a:cubicBezTo>
                  <a:lnTo>
                    <a:pt x="155060" y="1951724"/>
                  </a:lnTo>
                  <a:cubicBezTo>
                    <a:pt x="113936" y="1951724"/>
                    <a:pt x="74496" y="1935387"/>
                    <a:pt x="45416" y="1906307"/>
                  </a:cubicBezTo>
                  <a:cubicBezTo>
                    <a:pt x="16337" y="1877228"/>
                    <a:pt x="0" y="1837788"/>
                    <a:pt x="0" y="1796663"/>
                  </a:cubicBezTo>
                  <a:lnTo>
                    <a:pt x="0" y="155060"/>
                  </a:lnTo>
                  <a:cubicBezTo>
                    <a:pt x="0" y="69423"/>
                    <a:pt x="69423" y="0"/>
                    <a:pt x="155060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70644" cy="1999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17675" y="3636787"/>
            <a:ext cx="933741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 YOU FOR JOINING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7675" y="4102084"/>
            <a:ext cx="10236607" cy="135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16"/>
              </a:lnSpc>
              <a:spcBef>
                <a:spcPct val="0"/>
              </a:spcBef>
            </a:pPr>
            <a:r>
              <a:rPr lang="en-US" sz="80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CLOUDHOUR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7675" y="5376026"/>
            <a:ext cx="9204044" cy="206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29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hope that you found this session useful! </a:t>
            </a:r>
          </a:p>
          <a:p>
            <a:pPr algn="l">
              <a:lnSpc>
                <a:spcPts val="4136"/>
              </a:lnSpc>
              <a:spcBef>
                <a:spcPct val="0"/>
              </a:spcBef>
            </a:pPr>
            <a:r>
              <a:rPr lang="en-US" sz="29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Please don’t forget to share our community with your friends and colleagues, and we look forward to seeing you next month!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676398" y="4110418"/>
            <a:ext cx="6492240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3B8E4BC8BF714095FF727759CB9EC9" ma:contentTypeVersion="6" ma:contentTypeDescription="Create a new document." ma:contentTypeScope="" ma:versionID="9fef1f0633b2bdfbe8cf8fb779730902">
  <xsd:schema xmlns:xsd="http://www.w3.org/2001/XMLSchema" xmlns:xs="http://www.w3.org/2001/XMLSchema" xmlns:p="http://schemas.microsoft.com/office/2006/metadata/properties" xmlns:ns2="1c9f4e6d-47da-45df-85b2-b6d13a0a0f3c" xmlns:ns3="5d9f163f-7ba6-4563-80ff-62d170e7269c" targetNamespace="http://schemas.microsoft.com/office/2006/metadata/properties" ma:root="true" ma:fieldsID="5b2609b5060d1cece1ff26b4b252e149" ns2:_="" ns3:_="">
    <xsd:import namespace="1c9f4e6d-47da-45df-85b2-b6d13a0a0f3c"/>
    <xsd:import namespace="5d9f163f-7ba6-4563-80ff-62d170e726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9f4e6d-47da-45df-85b2-b6d13a0a0f3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f163f-7ba6-4563-80ff-62d170e72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6047330-69F7-4269-895A-AB3CC8A885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9f4e6d-47da-45df-85b2-b6d13a0a0f3c"/>
    <ds:schemaRef ds:uri="5d9f163f-7ba6-4563-80ff-62d170e726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8749E85-4073-4DF9-8D0F-DEE30686280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D789EF4-8741-4517-9A2B-FA993197BF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254</TotalTime>
  <Words>618</Words>
  <Application>Microsoft Office PowerPoint</Application>
  <PresentationFormat>Custom</PresentationFormat>
  <Paragraphs>137</Paragraphs>
  <Slides>19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League Spartan</vt:lpstr>
      <vt:lpstr>Roboto</vt:lpstr>
      <vt:lpstr>Arial</vt:lpstr>
      <vt:lpstr>Roboto Bold</vt:lpstr>
      <vt:lpstr>Aptos Display</vt:lpstr>
      <vt:lpstr>Poppins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Ewelina Paczkowska Purview and Intune: Better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Protection against AI</vt:lpstr>
      <vt:lpstr>Intune P2 to MS E3+E5</vt:lpstr>
      <vt:lpstr>Security Copilot in E5</vt:lpstr>
      <vt:lpstr>Topic from the audience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&amp; white company business presentation</dc:title>
  <cp:lastModifiedBy>Jonas Bøgvad</cp:lastModifiedBy>
  <cp:revision>284</cp:revision>
  <dcterms:created xsi:type="dcterms:W3CDTF">2006-08-16T00:00:00Z</dcterms:created>
  <dcterms:modified xsi:type="dcterms:W3CDTF">2026-02-03T22:26:25Z</dcterms:modified>
  <dc:identifier>DAGyYjVab10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0x010100A43B8E4BC8BF714095FF727759CB9EC9</vt:lpwstr>
  </property>
</Properties>
</file>